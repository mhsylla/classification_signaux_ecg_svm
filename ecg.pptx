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2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notesMaster" Target="notesMasters/notesMaster1.xml"/><Relationship Id="rId27" Type="http://schemas.openxmlformats.org/officeDocument/2006/relationships/presProps" Target="presProps.xml" /><Relationship Id="rId28" Type="http://schemas.openxmlformats.org/officeDocument/2006/relationships/tableStyles" Target="tableStyles.xml" /><Relationship Id="rId2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607684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62533984"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907188978"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196510423"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5958092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721508114"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1090FCB-76D4-BAB0-58AD-EDDF58BF92F7}"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8795787" name="Slide Image Placeholder 1"/>
          <p:cNvSpPr>
            <a:spLocks noChangeAspect="1" noGrp="1" noRot="1"/>
          </p:cNvSpPr>
          <p:nvPr>
            <p:ph type="sldImg"/>
          </p:nvPr>
        </p:nvSpPr>
        <p:spPr bwMode="auto"/>
      </p:sp>
      <p:sp>
        <p:nvSpPr>
          <p:cNvPr id="1412293008" name="Notes Placeholder 2"/>
          <p:cNvSpPr>
            <a:spLocks noGrp="1"/>
          </p:cNvSpPr>
          <p:nvPr>
            <p:ph type="body" idx="1"/>
          </p:nvPr>
        </p:nvSpPr>
        <p:spPr bwMode="auto"/>
        <p:txBody>
          <a:bodyPr/>
          <a:lstStyle/>
          <a:p>
            <a:pPr>
              <a:defRPr/>
            </a:pPr>
            <a:endParaRPr/>
          </a:p>
        </p:txBody>
      </p:sp>
      <p:sp>
        <p:nvSpPr>
          <p:cNvPr id="117874980" name="Slide Number Placeholder 3"/>
          <p:cNvSpPr>
            <a:spLocks noGrp="1"/>
          </p:cNvSpPr>
          <p:nvPr>
            <p:ph type="sldNum" sz="quarter" idx="10"/>
          </p:nvPr>
        </p:nvSpPr>
        <p:spPr bwMode="auto"/>
        <p:txBody>
          <a:bodyPr/>
          <a:lstStyle/>
          <a:p>
            <a:pPr>
              <a:defRPr/>
            </a:pPr>
            <a:fld id="{4E90CAB6-D22D-D8F8-F82E-B1C06093D5BE}"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5697056" name="Slide Image Placeholder 1"/>
          <p:cNvSpPr>
            <a:spLocks noChangeAspect="1" noGrp="1" noRot="1"/>
          </p:cNvSpPr>
          <p:nvPr>
            <p:ph type="sldImg"/>
          </p:nvPr>
        </p:nvSpPr>
        <p:spPr bwMode="auto"/>
      </p:sp>
      <p:sp>
        <p:nvSpPr>
          <p:cNvPr id="963585886" name="Notes Placeholder 2"/>
          <p:cNvSpPr>
            <a:spLocks noGrp="1"/>
          </p:cNvSpPr>
          <p:nvPr>
            <p:ph type="body" idx="1"/>
          </p:nvPr>
        </p:nvSpPr>
        <p:spPr bwMode="auto"/>
        <p:txBody>
          <a:bodyPr/>
          <a:lstStyle/>
          <a:p>
            <a:pPr>
              <a:defRPr/>
            </a:pPr>
            <a:endParaRPr/>
          </a:p>
        </p:txBody>
      </p:sp>
      <p:sp>
        <p:nvSpPr>
          <p:cNvPr id="35208043" name="Slide Number Placeholder 3"/>
          <p:cNvSpPr>
            <a:spLocks noGrp="1"/>
          </p:cNvSpPr>
          <p:nvPr>
            <p:ph type="sldNum" sz="quarter" idx="10"/>
          </p:nvPr>
        </p:nvSpPr>
        <p:spPr bwMode="auto"/>
        <p:txBody>
          <a:bodyPr/>
          <a:lstStyle/>
          <a:p>
            <a:pPr>
              <a:defRPr/>
            </a:pPr>
            <a:fld id="{0B0A4A0A-EC57-7B84-D9F7-FB40E836F766}"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AC3239F-9FC4-05DB-21FF-17568005E6F2}"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D4AF5B4-7081-E080-86A0-3222189652FA}"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6E07A7-2FAF-7408-EF28-BA557889756F}"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0703513" name="Slide Image Placeholder 1"/>
          <p:cNvSpPr>
            <a:spLocks noChangeAspect="1" noGrp="1" noRot="1"/>
          </p:cNvSpPr>
          <p:nvPr>
            <p:ph type="sldImg"/>
          </p:nvPr>
        </p:nvSpPr>
        <p:spPr bwMode="auto"/>
      </p:sp>
      <p:sp>
        <p:nvSpPr>
          <p:cNvPr id="886123799" name="Notes Placeholder 2"/>
          <p:cNvSpPr>
            <a:spLocks noGrp="1"/>
          </p:cNvSpPr>
          <p:nvPr>
            <p:ph type="body" idx="1"/>
          </p:nvPr>
        </p:nvSpPr>
        <p:spPr bwMode="auto"/>
        <p:txBody>
          <a:bodyPr/>
          <a:lstStyle/>
          <a:p>
            <a:pPr>
              <a:defRPr/>
            </a:pPr>
            <a:endParaRPr/>
          </a:p>
        </p:txBody>
      </p:sp>
      <p:sp>
        <p:nvSpPr>
          <p:cNvPr id="1939831484" name="Slide Number Placeholder 3"/>
          <p:cNvSpPr>
            <a:spLocks noGrp="1"/>
          </p:cNvSpPr>
          <p:nvPr>
            <p:ph type="sldNum" sz="quarter" idx="10"/>
          </p:nvPr>
        </p:nvSpPr>
        <p:spPr bwMode="auto"/>
        <p:txBody>
          <a:bodyPr/>
          <a:lstStyle/>
          <a:p>
            <a:pPr>
              <a:defRPr/>
            </a:pPr>
            <a:fld id="{80872CFE-E138-1E65-099F-662B028CC55F}"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4392244" name="Slide Image Placeholder 1"/>
          <p:cNvSpPr>
            <a:spLocks noChangeAspect="1" noGrp="1" noRot="1"/>
          </p:cNvSpPr>
          <p:nvPr>
            <p:ph type="sldImg"/>
          </p:nvPr>
        </p:nvSpPr>
        <p:spPr bwMode="auto"/>
      </p:sp>
      <p:sp>
        <p:nvSpPr>
          <p:cNvPr id="1657164101" name="Notes Placeholder 2"/>
          <p:cNvSpPr>
            <a:spLocks noGrp="1"/>
          </p:cNvSpPr>
          <p:nvPr>
            <p:ph type="body" idx="1"/>
          </p:nvPr>
        </p:nvSpPr>
        <p:spPr bwMode="auto"/>
        <p:txBody>
          <a:bodyPr/>
          <a:lstStyle/>
          <a:p>
            <a:pPr>
              <a:defRPr/>
            </a:pPr>
            <a:endParaRPr/>
          </a:p>
        </p:txBody>
      </p:sp>
      <p:sp>
        <p:nvSpPr>
          <p:cNvPr id="2046145772" name="Slide Number Placeholder 3"/>
          <p:cNvSpPr>
            <a:spLocks noGrp="1"/>
          </p:cNvSpPr>
          <p:nvPr>
            <p:ph type="sldNum" sz="quarter" idx="10"/>
          </p:nvPr>
        </p:nvSpPr>
        <p:spPr bwMode="auto"/>
        <p:txBody>
          <a:bodyPr/>
          <a:lstStyle/>
          <a:p>
            <a:pPr>
              <a:defRPr/>
            </a:pPr>
            <a:fld id="{11E214CF-23A2-D015-8437-64248EA95EF9}"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9F4A277-F049-96C0-F721-2550FFA68AA8}"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6696439" name="Slide Image Placeholder 1"/>
          <p:cNvSpPr>
            <a:spLocks noChangeAspect="1" noGrp="1" noRot="1"/>
          </p:cNvSpPr>
          <p:nvPr>
            <p:ph type="sldImg"/>
          </p:nvPr>
        </p:nvSpPr>
        <p:spPr bwMode="auto"/>
      </p:sp>
      <p:sp>
        <p:nvSpPr>
          <p:cNvPr id="1183405301" name="Notes Placeholder 2"/>
          <p:cNvSpPr>
            <a:spLocks noGrp="1"/>
          </p:cNvSpPr>
          <p:nvPr>
            <p:ph type="body" idx="1"/>
          </p:nvPr>
        </p:nvSpPr>
        <p:spPr bwMode="auto"/>
        <p:txBody>
          <a:bodyPr/>
          <a:lstStyle/>
          <a:p>
            <a:pPr>
              <a:defRPr/>
            </a:pPr>
            <a:endParaRPr/>
          </a:p>
        </p:txBody>
      </p:sp>
      <p:sp>
        <p:nvSpPr>
          <p:cNvPr id="751040875" name="Slide Number Placeholder 3"/>
          <p:cNvSpPr>
            <a:spLocks noGrp="1"/>
          </p:cNvSpPr>
          <p:nvPr>
            <p:ph type="sldNum" sz="quarter" idx="10"/>
          </p:nvPr>
        </p:nvSpPr>
        <p:spPr bwMode="auto"/>
        <p:txBody>
          <a:bodyPr/>
          <a:lstStyle/>
          <a:p>
            <a:pPr>
              <a:defRPr/>
            </a:pPr>
            <a:fld id="{63ABFA89-EBE0-5979-C629-349A4DE25175}"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7905085" name="Slide Image Placeholder 1"/>
          <p:cNvSpPr>
            <a:spLocks noChangeAspect="1" noGrp="1" noRot="1"/>
          </p:cNvSpPr>
          <p:nvPr>
            <p:ph type="sldImg"/>
          </p:nvPr>
        </p:nvSpPr>
        <p:spPr bwMode="auto"/>
      </p:sp>
      <p:sp>
        <p:nvSpPr>
          <p:cNvPr id="1421479863" name="Notes Placeholder 2"/>
          <p:cNvSpPr>
            <a:spLocks noGrp="1"/>
          </p:cNvSpPr>
          <p:nvPr>
            <p:ph type="body" idx="1"/>
          </p:nvPr>
        </p:nvSpPr>
        <p:spPr bwMode="auto"/>
        <p:txBody>
          <a:bodyPr/>
          <a:lstStyle/>
          <a:p>
            <a:pPr>
              <a:defRPr/>
            </a:pPr>
            <a:endParaRPr/>
          </a:p>
        </p:txBody>
      </p:sp>
      <p:sp>
        <p:nvSpPr>
          <p:cNvPr id="865743721" name="Slide Number Placeholder 3"/>
          <p:cNvSpPr>
            <a:spLocks noGrp="1"/>
          </p:cNvSpPr>
          <p:nvPr>
            <p:ph type="sldNum" sz="quarter" idx="10"/>
          </p:nvPr>
        </p:nvSpPr>
        <p:spPr bwMode="auto"/>
        <p:txBody>
          <a:bodyPr/>
          <a:lstStyle/>
          <a:p>
            <a:pPr>
              <a:defRPr/>
            </a:pPr>
            <a:fld id="{63B7A4BD-82B3-F6E4-A7DC-70D7FA5A13FE}"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428151" name="Slide Image Placeholder 1"/>
          <p:cNvSpPr>
            <a:spLocks noChangeAspect="1" noGrp="1" noRot="1"/>
          </p:cNvSpPr>
          <p:nvPr>
            <p:ph type="sldImg"/>
          </p:nvPr>
        </p:nvSpPr>
        <p:spPr bwMode="auto"/>
      </p:sp>
      <p:sp>
        <p:nvSpPr>
          <p:cNvPr id="705548573" name="Notes Placeholder 2"/>
          <p:cNvSpPr>
            <a:spLocks noGrp="1"/>
          </p:cNvSpPr>
          <p:nvPr>
            <p:ph type="body" idx="1"/>
          </p:nvPr>
        </p:nvSpPr>
        <p:spPr bwMode="auto"/>
        <p:txBody>
          <a:bodyPr/>
          <a:lstStyle/>
          <a:p>
            <a:pPr>
              <a:defRPr/>
            </a:pPr>
            <a:endParaRPr/>
          </a:p>
        </p:txBody>
      </p:sp>
      <p:sp>
        <p:nvSpPr>
          <p:cNvPr id="769786739" name="Slide Number Placeholder 3"/>
          <p:cNvSpPr>
            <a:spLocks noGrp="1"/>
          </p:cNvSpPr>
          <p:nvPr>
            <p:ph type="sldNum" sz="quarter" idx="10"/>
          </p:nvPr>
        </p:nvSpPr>
        <p:spPr bwMode="auto"/>
        <p:txBody>
          <a:bodyPr/>
          <a:lstStyle/>
          <a:p>
            <a:pPr>
              <a:defRPr/>
            </a:pPr>
            <a:fld id="{0ECA14B8-D4D5-9B68-AE88-C499FC568948}"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2958811" name="Slide Image Placeholder 1"/>
          <p:cNvSpPr>
            <a:spLocks noChangeAspect="1" noGrp="1" noRot="1"/>
          </p:cNvSpPr>
          <p:nvPr>
            <p:ph type="sldImg"/>
          </p:nvPr>
        </p:nvSpPr>
        <p:spPr bwMode="auto"/>
      </p:sp>
      <p:sp>
        <p:nvSpPr>
          <p:cNvPr id="798850539" name="Notes Placeholder 2"/>
          <p:cNvSpPr>
            <a:spLocks noGrp="1"/>
          </p:cNvSpPr>
          <p:nvPr>
            <p:ph type="body" idx="1"/>
          </p:nvPr>
        </p:nvSpPr>
        <p:spPr bwMode="auto"/>
        <p:txBody>
          <a:bodyPr/>
          <a:lstStyle/>
          <a:p>
            <a:pPr>
              <a:defRPr/>
            </a:pPr>
            <a:endParaRPr/>
          </a:p>
        </p:txBody>
      </p:sp>
      <p:sp>
        <p:nvSpPr>
          <p:cNvPr id="1127735556" name="Slide Number Placeholder 3"/>
          <p:cNvSpPr>
            <a:spLocks noGrp="1"/>
          </p:cNvSpPr>
          <p:nvPr>
            <p:ph type="sldNum" sz="quarter" idx="10"/>
          </p:nvPr>
        </p:nvSpPr>
        <p:spPr bwMode="auto"/>
        <p:txBody>
          <a:bodyPr/>
          <a:lstStyle/>
          <a:p>
            <a:pPr>
              <a:defRPr/>
            </a:pPr>
            <a:fld id="{E0A539C8-D66B-3977-7998-FD161FED2450}"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7315896" name="Slide Image Placeholder 1"/>
          <p:cNvSpPr>
            <a:spLocks noChangeAspect="1" noGrp="1" noRot="1"/>
          </p:cNvSpPr>
          <p:nvPr>
            <p:ph type="sldImg"/>
          </p:nvPr>
        </p:nvSpPr>
        <p:spPr bwMode="auto"/>
      </p:sp>
      <p:sp>
        <p:nvSpPr>
          <p:cNvPr id="1092141686" name="Notes Placeholder 2"/>
          <p:cNvSpPr>
            <a:spLocks noGrp="1"/>
          </p:cNvSpPr>
          <p:nvPr>
            <p:ph type="body" idx="1"/>
          </p:nvPr>
        </p:nvSpPr>
        <p:spPr bwMode="auto"/>
        <p:txBody>
          <a:bodyPr/>
          <a:lstStyle/>
          <a:p>
            <a:pPr>
              <a:defRPr/>
            </a:pPr>
            <a:endParaRPr/>
          </a:p>
        </p:txBody>
      </p:sp>
      <p:sp>
        <p:nvSpPr>
          <p:cNvPr id="2125252500" name="Slide Number Placeholder 3"/>
          <p:cNvSpPr>
            <a:spLocks noGrp="1"/>
          </p:cNvSpPr>
          <p:nvPr>
            <p:ph type="sldNum" sz="quarter" idx="10"/>
          </p:nvPr>
        </p:nvSpPr>
        <p:spPr bwMode="auto"/>
        <p:txBody>
          <a:bodyPr/>
          <a:lstStyle/>
          <a:p>
            <a:pPr>
              <a:defRPr/>
            </a:pPr>
            <a:fld id="{4C8DEF6A-477A-5CCF-C16C-93F523B3E8D5}"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6660733" name="Slide Image Placeholder 1"/>
          <p:cNvSpPr>
            <a:spLocks noChangeAspect="1" noGrp="1" noRot="1"/>
          </p:cNvSpPr>
          <p:nvPr>
            <p:ph type="sldImg"/>
          </p:nvPr>
        </p:nvSpPr>
        <p:spPr bwMode="auto"/>
      </p:sp>
      <p:sp>
        <p:nvSpPr>
          <p:cNvPr id="1817632681" name="Notes Placeholder 2"/>
          <p:cNvSpPr>
            <a:spLocks noGrp="1"/>
          </p:cNvSpPr>
          <p:nvPr>
            <p:ph type="body" idx="1"/>
          </p:nvPr>
        </p:nvSpPr>
        <p:spPr bwMode="auto"/>
        <p:txBody>
          <a:bodyPr/>
          <a:lstStyle/>
          <a:p>
            <a:pPr>
              <a:defRPr/>
            </a:pPr>
            <a:endParaRPr/>
          </a:p>
        </p:txBody>
      </p:sp>
      <p:sp>
        <p:nvSpPr>
          <p:cNvPr id="725829450" name="Slide Number Placeholder 3"/>
          <p:cNvSpPr>
            <a:spLocks noGrp="1"/>
          </p:cNvSpPr>
          <p:nvPr>
            <p:ph type="sldNum" sz="quarter" idx="10"/>
          </p:nvPr>
        </p:nvSpPr>
        <p:spPr bwMode="auto"/>
        <p:txBody>
          <a:bodyPr/>
          <a:lstStyle/>
          <a:p>
            <a:pPr>
              <a:defRPr/>
            </a:pPr>
            <a:fld id="{9A00391E-A817-75E0-41A4-CF9AC89CF67F}"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0209773" name="Slide Image Placeholder 1"/>
          <p:cNvSpPr>
            <a:spLocks noChangeAspect="1" noGrp="1" noRot="1"/>
          </p:cNvSpPr>
          <p:nvPr>
            <p:ph type="sldImg"/>
          </p:nvPr>
        </p:nvSpPr>
        <p:spPr bwMode="auto"/>
      </p:sp>
      <p:sp>
        <p:nvSpPr>
          <p:cNvPr id="898477530" name="Notes Placeholder 2"/>
          <p:cNvSpPr>
            <a:spLocks noGrp="1"/>
          </p:cNvSpPr>
          <p:nvPr>
            <p:ph type="body" idx="1"/>
          </p:nvPr>
        </p:nvSpPr>
        <p:spPr bwMode="auto"/>
        <p:txBody>
          <a:bodyPr/>
          <a:lstStyle/>
          <a:p>
            <a:pPr>
              <a:defRPr/>
            </a:pPr>
            <a:endParaRPr/>
          </a:p>
        </p:txBody>
      </p:sp>
      <p:sp>
        <p:nvSpPr>
          <p:cNvPr id="1894538753" name="Slide Number Placeholder 3"/>
          <p:cNvSpPr>
            <a:spLocks noGrp="1"/>
          </p:cNvSpPr>
          <p:nvPr>
            <p:ph type="sldNum" sz="quarter" idx="10"/>
          </p:nvPr>
        </p:nvSpPr>
        <p:spPr bwMode="auto"/>
        <p:txBody>
          <a:bodyPr/>
          <a:lstStyle/>
          <a:p>
            <a:pPr>
              <a:defRPr/>
            </a:pPr>
            <a:fld id="{52F617C5-DAC2-F745-C25F-A6C47EB170EE}"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1E1D8CD-7841-A210-D3FE-B34A69907431}"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70372585" name="Slide Image Placeholder 1"/>
          <p:cNvSpPr>
            <a:spLocks noChangeAspect="1" noGrp="1" noRot="1"/>
          </p:cNvSpPr>
          <p:nvPr>
            <p:ph type="sldImg"/>
          </p:nvPr>
        </p:nvSpPr>
        <p:spPr bwMode="auto"/>
      </p:sp>
      <p:sp>
        <p:nvSpPr>
          <p:cNvPr id="765400794" name="Notes Placeholder 2"/>
          <p:cNvSpPr>
            <a:spLocks noGrp="1"/>
          </p:cNvSpPr>
          <p:nvPr>
            <p:ph type="body" idx="1"/>
          </p:nvPr>
        </p:nvSpPr>
        <p:spPr bwMode="auto"/>
        <p:txBody>
          <a:bodyPr/>
          <a:lstStyle/>
          <a:p>
            <a:pPr>
              <a:defRPr/>
            </a:pPr>
            <a:endParaRPr/>
          </a:p>
        </p:txBody>
      </p:sp>
      <p:sp>
        <p:nvSpPr>
          <p:cNvPr id="99769195" name="Slide Number Placeholder 3"/>
          <p:cNvSpPr>
            <a:spLocks noGrp="1"/>
          </p:cNvSpPr>
          <p:nvPr>
            <p:ph type="sldNum" sz="quarter" idx="10"/>
          </p:nvPr>
        </p:nvSpPr>
        <p:spPr bwMode="auto"/>
        <p:txBody>
          <a:bodyPr/>
          <a:lstStyle/>
          <a:p>
            <a:pPr>
              <a:defRPr/>
            </a:pPr>
            <a:fld id="{29314CDD-862E-8A84-F52D-C8D27AEB2135}"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6002587" name="Slide Image Placeholder 1"/>
          <p:cNvSpPr>
            <a:spLocks noChangeAspect="1" noGrp="1" noRot="1"/>
          </p:cNvSpPr>
          <p:nvPr>
            <p:ph type="sldImg"/>
          </p:nvPr>
        </p:nvSpPr>
        <p:spPr bwMode="auto"/>
      </p:sp>
      <p:sp>
        <p:nvSpPr>
          <p:cNvPr id="1464189886" name="Notes Placeholder 2"/>
          <p:cNvSpPr>
            <a:spLocks noGrp="1"/>
          </p:cNvSpPr>
          <p:nvPr>
            <p:ph type="body" idx="1"/>
          </p:nvPr>
        </p:nvSpPr>
        <p:spPr bwMode="auto"/>
        <p:txBody>
          <a:bodyPr/>
          <a:lstStyle/>
          <a:p>
            <a:pPr>
              <a:defRPr/>
            </a:pPr>
            <a:endParaRPr/>
          </a:p>
        </p:txBody>
      </p:sp>
      <p:sp>
        <p:nvSpPr>
          <p:cNvPr id="1755561465" name="Slide Number Placeholder 3"/>
          <p:cNvSpPr>
            <a:spLocks noGrp="1"/>
          </p:cNvSpPr>
          <p:nvPr>
            <p:ph type="sldNum" sz="quarter" idx="10"/>
          </p:nvPr>
        </p:nvSpPr>
        <p:spPr bwMode="auto"/>
        <p:txBody>
          <a:bodyPr/>
          <a:lstStyle/>
          <a:p>
            <a:pPr>
              <a:defRPr/>
            </a:pPr>
            <a:fld id="{6A8574A8-4440-9B7A-23DF-6EDEC7D80FBE}"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2357656" name="Slide Image Placeholder 1"/>
          <p:cNvSpPr>
            <a:spLocks noChangeAspect="1" noGrp="1" noRot="1"/>
          </p:cNvSpPr>
          <p:nvPr>
            <p:ph type="sldImg"/>
          </p:nvPr>
        </p:nvSpPr>
        <p:spPr bwMode="auto"/>
      </p:sp>
      <p:sp>
        <p:nvSpPr>
          <p:cNvPr id="1092896818" name="Notes Placeholder 2"/>
          <p:cNvSpPr>
            <a:spLocks noGrp="1"/>
          </p:cNvSpPr>
          <p:nvPr>
            <p:ph type="body" idx="1"/>
          </p:nvPr>
        </p:nvSpPr>
        <p:spPr bwMode="auto"/>
        <p:txBody>
          <a:bodyPr/>
          <a:lstStyle/>
          <a:p>
            <a:pPr>
              <a:defRPr/>
            </a:pPr>
            <a:endParaRPr/>
          </a:p>
        </p:txBody>
      </p:sp>
      <p:sp>
        <p:nvSpPr>
          <p:cNvPr id="1337738038" name="Slide Number Placeholder 3"/>
          <p:cNvSpPr>
            <a:spLocks noGrp="1"/>
          </p:cNvSpPr>
          <p:nvPr>
            <p:ph type="sldNum" sz="quarter" idx="10"/>
          </p:nvPr>
        </p:nvSpPr>
        <p:spPr bwMode="auto"/>
        <p:txBody>
          <a:bodyPr/>
          <a:lstStyle/>
          <a:p>
            <a:pPr>
              <a:defRPr/>
            </a:pPr>
            <a:fld id="{B661B177-0488-8D50-32AC-87D5AAD0C68A}"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7098169" name="Slide Image Placeholder 1"/>
          <p:cNvSpPr>
            <a:spLocks noChangeAspect="1" noGrp="1" noRot="1"/>
          </p:cNvSpPr>
          <p:nvPr>
            <p:ph type="sldImg"/>
          </p:nvPr>
        </p:nvSpPr>
        <p:spPr bwMode="auto"/>
      </p:sp>
      <p:sp>
        <p:nvSpPr>
          <p:cNvPr id="1302252200" name="Notes Placeholder 2"/>
          <p:cNvSpPr>
            <a:spLocks noGrp="1"/>
          </p:cNvSpPr>
          <p:nvPr>
            <p:ph type="body" idx="1"/>
          </p:nvPr>
        </p:nvSpPr>
        <p:spPr bwMode="auto"/>
        <p:txBody>
          <a:bodyPr/>
          <a:lstStyle/>
          <a:p>
            <a:pPr>
              <a:defRPr/>
            </a:pPr>
            <a:endParaRPr/>
          </a:p>
        </p:txBody>
      </p:sp>
      <p:sp>
        <p:nvSpPr>
          <p:cNvPr id="985973710" name="Slide Number Placeholder 3"/>
          <p:cNvSpPr>
            <a:spLocks noGrp="1"/>
          </p:cNvSpPr>
          <p:nvPr>
            <p:ph type="sldNum" sz="quarter" idx="10"/>
          </p:nvPr>
        </p:nvSpPr>
        <p:spPr bwMode="auto"/>
        <p:txBody>
          <a:bodyPr/>
          <a:lstStyle/>
          <a:p>
            <a:pPr>
              <a:defRPr/>
            </a:pPr>
            <a:fld id="{F6D575B2-2F7D-8EBE-75EA-3CB9CD0D231B}"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4056EF5-55E2-9126-F817-0ACA2E2BEE82}"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2053487091"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1132052196"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1146375668"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70989321" name="Footer Placeholder 4"/>
          <p:cNvSpPr>
            <a:spLocks noGrp="1"/>
          </p:cNvSpPr>
          <p:nvPr>
            <p:ph type="ftr" sz="quarter" idx="11"/>
          </p:nvPr>
        </p:nvSpPr>
        <p:spPr bwMode="auto"/>
        <p:txBody>
          <a:bodyPr/>
          <a:lstStyle/>
          <a:p>
            <a:pPr>
              <a:defRPr/>
            </a:pPr>
            <a:endParaRPr lang="en-US"/>
          </a:p>
        </p:txBody>
      </p:sp>
      <p:sp>
        <p:nvSpPr>
          <p:cNvPr id="1991427833"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503941284" name="Title 1"/>
          <p:cNvSpPr>
            <a:spLocks noGrp="1"/>
          </p:cNvSpPr>
          <p:nvPr>
            <p:ph type="title"/>
          </p:nvPr>
        </p:nvSpPr>
        <p:spPr bwMode="auto"/>
        <p:txBody>
          <a:bodyPr/>
          <a:lstStyle/>
          <a:p>
            <a:pPr>
              <a:defRPr/>
            </a:pPr>
            <a:r>
              <a:rPr lang="en-US"/>
              <a:t>Click to edit Master title style</a:t>
            </a:r>
            <a:endParaRPr lang="en-US"/>
          </a:p>
        </p:txBody>
      </p:sp>
      <p:sp>
        <p:nvSpPr>
          <p:cNvPr id="343991299"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46895165"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777943971" name="Footer Placeholder 4"/>
          <p:cNvSpPr>
            <a:spLocks noGrp="1"/>
          </p:cNvSpPr>
          <p:nvPr>
            <p:ph type="ftr" sz="quarter" idx="11"/>
          </p:nvPr>
        </p:nvSpPr>
        <p:spPr bwMode="auto"/>
        <p:txBody>
          <a:bodyPr/>
          <a:lstStyle/>
          <a:p>
            <a:pPr>
              <a:defRPr/>
            </a:pPr>
            <a:endParaRPr lang="en-US"/>
          </a:p>
        </p:txBody>
      </p:sp>
      <p:sp>
        <p:nvSpPr>
          <p:cNvPr id="745799013"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503116898"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97898544"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1351694382"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025418754" name="Footer Placeholder 4"/>
          <p:cNvSpPr>
            <a:spLocks noGrp="1"/>
          </p:cNvSpPr>
          <p:nvPr>
            <p:ph type="ftr" sz="quarter" idx="11"/>
          </p:nvPr>
        </p:nvSpPr>
        <p:spPr bwMode="auto"/>
        <p:txBody>
          <a:bodyPr/>
          <a:lstStyle/>
          <a:p>
            <a:pPr>
              <a:defRPr/>
            </a:pPr>
            <a:endParaRPr lang="en-US"/>
          </a:p>
        </p:txBody>
      </p:sp>
      <p:sp>
        <p:nvSpPr>
          <p:cNvPr id="439807761"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104429791" name="Title 1"/>
          <p:cNvSpPr>
            <a:spLocks noGrp="1"/>
          </p:cNvSpPr>
          <p:nvPr>
            <p:ph type="title"/>
          </p:nvPr>
        </p:nvSpPr>
        <p:spPr bwMode="auto"/>
        <p:txBody>
          <a:bodyPr/>
          <a:lstStyle/>
          <a:p>
            <a:pPr>
              <a:defRPr/>
            </a:pPr>
            <a:r>
              <a:rPr lang="en-US"/>
              <a:t>Click to edit Master title style</a:t>
            </a:r>
            <a:endParaRPr lang="en-US"/>
          </a:p>
        </p:txBody>
      </p:sp>
      <p:sp>
        <p:nvSpPr>
          <p:cNvPr id="2081183336"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17363185"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13510866"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41930471" name="Footer Placeholder 5"/>
          <p:cNvSpPr>
            <a:spLocks noGrp="1"/>
          </p:cNvSpPr>
          <p:nvPr>
            <p:ph type="ftr" sz="quarter" idx="11"/>
          </p:nvPr>
        </p:nvSpPr>
        <p:spPr bwMode="auto"/>
        <p:txBody>
          <a:bodyPr/>
          <a:lstStyle/>
          <a:p>
            <a:pPr>
              <a:defRPr/>
            </a:pPr>
            <a:endParaRPr lang="en-US"/>
          </a:p>
        </p:txBody>
      </p:sp>
      <p:sp>
        <p:nvSpPr>
          <p:cNvPr id="1989797472"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846410751"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987711252"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62518827"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64044990"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97778637"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91418662"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410223743" name="Footer Placeholder 7"/>
          <p:cNvSpPr>
            <a:spLocks noGrp="1"/>
          </p:cNvSpPr>
          <p:nvPr>
            <p:ph type="ftr" sz="quarter" idx="11"/>
          </p:nvPr>
        </p:nvSpPr>
        <p:spPr bwMode="auto"/>
        <p:txBody>
          <a:bodyPr/>
          <a:lstStyle/>
          <a:p>
            <a:pPr>
              <a:defRPr/>
            </a:pPr>
            <a:endParaRPr lang="en-US"/>
          </a:p>
        </p:txBody>
      </p:sp>
      <p:sp>
        <p:nvSpPr>
          <p:cNvPr id="1099247858"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696640152" name="Title 1"/>
          <p:cNvSpPr>
            <a:spLocks noGrp="1"/>
          </p:cNvSpPr>
          <p:nvPr>
            <p:ph type="title"/>
          </p:nvPr>
        </p:nvSpPr>
        <p:spPr bwMode="auto"/>
        <p:txBody>
          <a:bodyPr/>
          <a:lstStyle/>
          <a:p>
            <a:pPr>
              <a:defRPr/>
            </a:pPr>
            <a:r>
              <a:rPr lang="en-US"/>
              <a:t>Click to edit Master title style</a:t>
            </a:r>
            <a:endParaRPr lang="en-US"/>
          </a:p>
        </p:txBody>
      </p:sp>
      <p:sp>
        <p:nvSpPr>
          <p:cNvPr id="1909183034"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408715341" name="Footer Placeholder 3"/>
          <p:cNvSpPr>
            <a:spLocks noGrp="1"/>
          </p:cNvSpPr>
          <p:nvPr>
            <p:ph type="ftr" sz="quarter" idx="11"/>
          </p:nvPr>
        </p:nvSpPr>
        <p:spPr bwMode="auto"/>
        <p:txBody>
          <a:bodyPr/>
          <a:lstStyle/>
          <a:p>
            <a:pPr>
              <a:defRPr/>
            </a:pPr>
            <a:endParaRPr lang="en-US"/>
          </a:p>
        </p:txBody>
      </p:sp>
      <p:sp>
        <p:nvSpPr>
          <p:cNvPr id="2050285511"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825924942"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052376962" name="Footer Placeholder 2"/>
          <p:cNvSpPr>
            <a:spLocks noGrp="1"/>
          </p:cNvSpPr>
          <p:nvPr>
            <p:ph type="ftr" sz="quarter" idx="11"/>
          </p:nvPr>
        </p:nvSpPr>
        <p:spPr bwMode="auto"/>
        <p:txBody>
          <a:bodyPr/>
          <a:lstStyle/>
          <a:p>
            <a:pPr>
              <a:defRPr/>
            </a:pPr>
            <a:endParaRPr lang="en-US"/>
          </a:p>
        </p:txBody>
      </p:sp>
      <p:sp>
        <p:nvSpPr>
          <p:cNvPr id="1151235100"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326016919"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825337434"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50440172"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738296969"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753400746" name="Footer Placeholder 5"/>
          <p:cNvSpPr>
            <a:spLocks noGrp="1"/>
          </p:cNvSpPr>
          <p:nvPr>
            <p:ph type="ftr" sz="quarter" idx="11"/>
          </p:nvPr>
        </p:nvSpPr>
        <p:spPr bwMode="auto"/>
        <p:txBody>
          <a:bodyPr/>
          <a:lstStyle/>
          <a:p>
            <a:pPr>
              <a:defRPr/>
            </a:pPr>
            <a:endParaRPr lang="en-US"/>
          </a:p>
        </p:txBody>
      </p:sp>
      <p:sp>
        <p:nvSpPr>
          <p:cNvPr id="1338399009"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751686963"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764357402"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547466917"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884883321"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88086887" name="Footer Placeholder 5"/>
          <p:cNvSpPr>
            <a:spLocks noGrp="1"/>
          </p:cNvSpPr>
          <p:nvPr>
            <p:ph type="ftr" sz="quarter" idx="11"/>
          </p:nvPr>
        </p:nvSpPr>
        <p:spPr bwMode="auto"/>
        <p:txBody>
          <a:bodyPr/>
          <a:lstStyle/>
          <a:p>
            <a:pPr>
              <a:defRPr/>
            </a:pPr>
            <a:endParaRPr lang="en-US"/>
          </a:p>
        </p:txBody>
      </p:sp>
      <p:sp>
        <p:nvSpPr>
          <p:cNvPr id="1191038759"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954050484" name="Title 1"/>
          <p:cNvSpPr>
            <a:spLocks noGrp="1"/>
          </p:cNvSpPr>
          <p:nvPr>
            <p:ph type="title"/>
          </p:nvPr>
        </p:nvSpPr>
        <p:spPr bwMode="auto"/>
        <p:txBody>
          <a:bodyPr/>
          <a:lstStyle/>
          <a:p>
            <a:pPr>
              <a:defRPr/>
            </a:pPr>
            <a:r>
              <a:rPr lang="en-US"/>
              <a:t>Click to edit Master title style</a:t>
            </a:r>
            <a:endParaRPr lang="en-US"/>
          </a:p>
        </p:txBody>
      </p:sp>
      <p:sp>
        <p:nvSpPr>
          <p:cNvPr id="1537977781"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5350758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870613672" name="Footer Placeholder 4"/>
          <p:cNvSpPr>
            <a:spLocks noGrp="1"/>
          </p:cNvSpPr>
          <p:nvPr>
            <p:ph type="ftr" sz="quarter" idx="11"/>
          </p:nvPr>
        </p:nvSpPr>
        <p:spPr bwMode="auto"/>
        <p:txBody>
          <a:bodyPr/>
          <a:lstStyle/>
          <a:p>
            <a:pPr>
              <a:defRPr/>
            </a:pPr>
            <a:endParaRPr lang="en-US"/>
          </a:p>
        </p:txBody>
      </p:sp>
      <p:sp>
        <p:nvSpPr>
          <p:cNvPr id="863423490"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218200328"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480620913"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6814223"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100472342" name="Footer Placeholder 4"/>
          <p:cNvSpPr>
            <a:spLocks noGrp="1"/>
          </p:cNvSpPr>
          <p:nvPr>
            <p:ph type="ftr" sz="quarter" idx="11"/>
          </p:nvPr>
        </p:nvSpPr>
        <p:spPr bwMode="auto"/>
        <p:txBody>
          <a:bodyPr/>
          <a:lstStyle/>
          <a:p>
            <a:pPr>
              <a:defRPr/>
            </a:pPr>
            <a:endParaRPr lang="en-US"/>
          </a:p>
        </p:txBody>
      </p:sp>
      <p:sp>
        <p:nvSpPr>
          <p:cNvPr id="1371395913"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393275710"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611796229"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28811301"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178940015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73335593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16.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4501217" name="Content Placeholder 2"/>
          <p:cNvSpPr>
            <a:spLocks noGrp="1"/>
          </p:cNvSpPr>
          <p:nvPr>
            <p:ph idx="1"/>
          </p:nvPr>
        </p:nvSpPr>
        <p:spPr bwMode="auto"/>
        <p:txBody>
          <a:bodyPr/>
          <a:lstStyle/>
          <a:p>
            <a:pPr>
              <a:defRPr/>
            </a:pPr>
            <a:endParaRPr/>
          </a:p>
        </p:txBody>
      </p:sp>
      <p:pic>
        <p:nvPicPr>
          <p:cNvPr id="1642215992" name=""/>
          <p:cNvPicPr>
            <a:picLocks noChangeAspect="1"/>
          </p:cNvPicPr>
          <p:nvPr/>
        </p:nvPicPr>
        <p:blipFill rotWithShape="1">
          <a:blip r:embed="rId3"/>
          <a:stretch/>
        </p:blipFill>
        <p:spPr bwMode="auto">
          <a:xfrm flipH="0" flipV="0">
            <a:off x="-76475" y="-78073"/>
            <a:ext cx="12320040" cy="6948565"/>
          </a:xfrm>
          <a:prstGeom prst="rect">
            <a:avLst/>
          </a:prstGeom>
        </p:spPr>
      </p:pic>
      <p:sp>
        <p:nvSpPr>
          <p:cNvPr id="1563014106" name="Subtitle 2"/>
          <p:cNvSpPr>
            <a:spLocks noGrp="1"/>
          </p:cNvSpPr>
          <p:nvPr/>
        </p:nvSpPr>
        <p:spPr bwMode="auto">
          <a:xfrm flipH="0" flipV="0">
            <a:off x="60097" y="4401253"/>
            <a:ext cx="2752155" cy="1775709"/>
          </a:xfrm>
        </p:spPr>
        <p:txBody>
          <a:bodyPr vertOverflow="overflow" horzOverflow="overflow" vert="horz" wrap="square" lIns="91440" tIns="45720" rIns="91440" bIns="45720" numCol="1" spcCol="0" rtlCol="0" fromWordArt="0" anchor="t" anchorCtr="0" forceAA="0" upright="0" compatLnSpc="0">
            <a:normAutofit fontScale="60000" lnSpcReduction="8000"/>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algn="l">
              <a:defRPr/>
            </a:pPr>
            <a:endParaRPr sz="2000">
              <a:solidFill>
                <a:schemeClr val="bg1"/>
              </a:solidFill>
              <a:latin typeface="DejaVu Sans Mono"/>
              <a:cs typeface="DejaVu Sans Mono"/>
            </a:endParaRPr>
          </a:p>
          <a:p>
            <a:pPr algn="l">
              <a:defRPr/>
            </a:pPr>
            <a:r>
              <a:rPr lang="fr-FR" sz="2000">
                <a:solidFill>
                  <a:schemeClr val="bg1"/>
                </a:solidFill>
                <a:latin typeface="DejaVu Sans Mono"/>
                <a:ea typeface="DejaVu Sans Mono"/>
                <a:cs typeface="DejaVu Sans Mono"/>
              </a:rPr>
              <a:t>Par : Mr  Ameth SYLLA</a:t>
            </a:r>
            <a:endParaRPr sz="2000">
              <a:solidFill>
                <a:schemeClr val="bg1"/>
              </a:solidFill>
              <a:latin typeface="DejaVu Sans Mono"/>
              <a:cs typeface="DejaVu Sans Mono"/>
            </a:endParaRPr>
          </a:p>
          <a:p>
            <a:pPr algn="l">
              <a:defRPr/>
            </a:pPr>
            <a:r>
              <a:rPr lang="fr-FR" sz="2000">
                <a:solidFill>
                  <a:schemeClr val="bg1"/>
                </a:solidFill>
                <a:latin typeface="DejaVu Sans Mono"/>
                <a:ea typeface="DejaVu Sans Mono"/>
                <a:cs typeface="DejaVu Sans Mono"/>
              </a:rPr>
              <a:t>Module : Data Science</a:t>
            </a:r>
            <a:endParaRPr sz="2000">
              <a:solidFill>
                <a:schemeClr val="bg1"/>
              </a:solidFill>
              <a:latin typeface="DejaVu Sans Mono"/>
              <a:cs typeface="DejaVu Sans Mono"/>
            </a:endParaRPr>
          </a:p>
          <a:p>
            <a:pPr algn="l">
              <a:defRPr/>
            </a:pPr>
            <a:r>
              <a:rPr lang="fr-FR" sz="2000">
                <a:solidFill>
                  <a:schemeClr val="bg1"/>
                </a:solidFill>
                <a:latin typeface="DejaVu Sans Mono"/>
                <a:ea typeface="DejaVu Sans Mono"/>
                <a:cs typeface="DejaVu Sans Mono"/>
              </a:rPr>
              <a:t>Professeur : Mr Jean Delpech</a:t>
            </a:r>
            <a:endParaRPr sz="2000">
              <a:solidFill>
                <a:schemeClr val="bg1"/>
              </a:solidFill>
              <a:latin typeface="DejaVu Sans Mono"/>
              <a:cs typeface="DejaVu Sans Mono"/>
            </a:endParaRPr>
          </a:p>
          <a:p>
            <a:pPr algn="l">
              <a:defRPr/>
            </a:pPr>
            <a:r>
              <a:rPr lang="fr-FR" sz="2000">
                <a:solidFill>
                  <a:schemeClr val="bg1"/>
                </a:solidFill>
                <a:latin typeface="DejaVu Sans Mono"/>
                <a:ea typeface="DejaVu Sans Mono"/>
                <a:cs typeface="DejaVu Sans Mono"/>
              </a:rPr>
              <a:t>Date</a:t>
            </a:r>
            <a:r>
              <a:rPr lang="fr-FR" sz="2000">
                <a:solidFill>
                  <a:schemeClr val="bg1"/>
                </a:solidFill>
                <a:latin typeface="DejaVu Sans Mono"/>
                <a:ea typeface="DejaVu Sans Mono"/>
                <a:cs typeface="DejaVu Sans Mono"/>
              </a:rPr>
              <a:t> : 10/02/2026</a:t>
            </a:r>
            <a:endParaRPr sz="2000">
              <a:solidFill>
                <a:schemeClr val="bg1"/>
              </a:solidFill>
              <a:latin typeface="DejaVu Sans Mono"/>
              <a:cs typeface="DejaVu Sans Mono"/>
            </a:endParaRPr>
          </a:p>
          <a:p>
            <a:pPr algn="l">
              <a:defRPr/>
            </a:pPr>
            <a:endParaRPr sz="2000">
              <a:solidFill>
                <a:schemeClr val="bg1"/>
              </a:solidFill>
              <a:latin typeface="DejaVu Sans Mono"/>
              <a:cs typeface="DejaVu Sans Mon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4139786" name="Title 1"/>
          <p:cNvSpPr>
            <a:spLocks noGrp="1"/>
          </p:cNvSpPr>
          <p:nvPr>
            <p:ph type="title"/>
          </p:nvPr>
        </p:nvSpPr>
        <p:spPr bwMode="auto"/>
        <p:txBody>
          <a:bodyPr/>
          <a:lstStyle/>
          <a:p>
            <a:pPr>
              <a:defRPr/>
            </a:pPr>
            <a:r>
              <a:rPr lang="fr-FR"/>
              <a:t>Introduction</a:t>
            </a:r>
            <a:endParaRPr/>
          </a:p>
        </p:txBody>
      </p:sp>
      <p:sp>
        <p:nvSpPr>
          <p:cNvPr id="1497571584" name="Content Placeholder 2"/>
          <p:cNvSpPr>
            <a:spLocks noGrp="1"/>
          </p:cNvSpPr>
          <p:nvPr>
            <p:ph idx="1"/>
          </p:nvPr>
        </p:nvSpPr>
        <p:spPr bwMode="auto">
          <a:xfrm flipH="0" flipV="0">
            <a:off x="838198" y="1825624"/>
            <a:ext cx="10515600" cy="3670768"/>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defRPr/>
            </a:pPr>
            <a:r>
              <a:rPr lang="en-US" sz="2600" b="0" i="0" u="none" strike="noStrike" cap="none" spc="0">
                <a:solidFill>
                  <a:schemeClr val="tx1"/>
                </a:solidFill>
                <a:latin typeface="Arial"/>
                <a:ea typeface="Arial"/>
                <a:cs typeface="Arial"/>
              </a:rPr>
              <a:t>L’électrocardiogramme (ECG) est un enregistrement non invasif de l’activité électrique du cœur. Chaque battement génère un signal caractéristique qui peut révéler des anomalies cardiaques telles que des arythmies, des extrasystoles, ou des fibrillations. L’analyse de ces signaux est essentielle pour le diagnostic précoce de maladies cardiovasculaires, qui restent une des principales causes de mortalité dans le monde</a:t>
            </a:r>
            <a:r>
              <a:rPr lang="fr-FR" sz="2600"/>
              <a:t>. L’objectif de ce projet est donc de </a:t>
            </a:r>
            <a:r>
              <a:rPr lang="fr-FR" sz="2600" b="0" i="0" u="none" strike="noStrike" cap="none" spc="0">
                <a:solidFill>
                  <a:schemeClr val="tx1"/>
                </a:solidFill>
                <a:latin typeface="+mn-lt"/>
                <a:ea typeface="+mn-ea"/>
                <a:cs typeface="+mn-cs"/>
              </a:rPr>
              <a:t>développer un modèle capable de distinguer les différents types de battements cardiaque</a:t>
            </a:r>
            <a:endParaRPr sz="2600"/>
          </a:p>
          <a:p>
            <a:pPr marL="0" indent="0">
              <a:buFont typeface="Arial"/>
              <a:buNone/>
              <a:defRPr/>
            </a:pP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1392777" name="Title 1"/>
          <p:cNvSpPr>
            <a:spLocks noGrp="1"/>
          </p:cNvSpPr>
          <p:nvPr>
            <p:ph type="title"/>
          </p:nvPr>
        </p:nvSpPr>
        <p:spPr bwMode="auto"/>
        <p:txBody>
          <a:bodyPr/>
          <a:lstStyle/>
          <a:p>
            <a:pPr>
              <a:defRPr/>
            </a:pPr>
            <a:r>
              <a:rPr lang="fr-FR"/>
              <a:t>Plan</a:t>
            </a:r>
            <a:endParaRPr/>
          </a:p>
        </p:txBody>
      </p:sp>
      <p:sp>
        <p:nvSpPr>
          <p:cNvPr id="621201594"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5000" lnSpcReduction="1000"/>
          </a:bodyPr>
          <a:lstStyle/>
          <a:p>
            <a:pPr marL="394022" indent="-394022">
              <a:buFont typeface="Arial"/>
              <a:buAutoNum type="arabicPeriod"/>
              <a:defRPr/>
            </a:pPr>
            <a:r>
              <a:rPr lang="fr-FR"/>
              <a:t>Types de battement cardiaque</a:t>
            </a:r>
            <a:endParaRPr lang="fr-FR"/>
          </a:p>
          <a:p>
            <a:pPr marL="394022" indent="-394022">
              <a:buFont typeface="Arial"/>
              <a:buAutoNum type="arabicPeriod"/>
              <a:defRPr/>
            </a:pPr>
            <a:r>
              <a:rPr lang="fr-FR"/>
              <a:t>Support Vector Machine </a:t>
            </a:r>
            <a:endParaRPr lang="fr-FR"/>
          </a:p>
          <a:p>
            <a:pPr marL="394023" indent="-394023">
              <a:buFont typeface="Arial"/>
              <a:buAutoNum type="arabicPeriod"/>
              <a:defRPr/>
            </a:pPr>
            <a:r>
              <a:rPr lang="fr-FR"/>
              <a:t>Dataset MIT_BIH Arrhythmia</a:t>
            </a:r>
            <a:endParaRPr lang="fr-FR"/>
          </a:p>
          <a:p>
            <a:pPr marL="0" indent="0">
              <a:buFont typeface="Arial"/>
              <a:buNone/>
              <a:defRPr/>
            </a:pPr>
            <a:r>
              <a:rPr lang="fr-FR"/>
              <a:t>4. Extraction de simples features à partir de enregistrements brutes</a:t>
            </a:r>
            <a:endParaRPr lang="fr-FR"/>
          </a:p>
          <a:p>
            <a:pPr marL="0" indent="0">
              <a:buFont typeface="Arial"/>
              <a:buNone/>
              <a:defRPr/>
            </a:pPr>
            <a:r>
              <a:rPr lang="fr-FR"/>
              <a:t>5. Regroupement simple des classes brutes</a:t>
            </a:r>
            <a:endParaRPr lang="fr-FR"/>
          </a:p>
          <a:p>
            <a:pPr marL="0" indent="0">
              <a:buFont typeface="Arial"/>
              <a:buNone/>
              <a:defRPr/>
            </a:pPr>
            <a:r>
              <a:rPr lang="fr-FR"/>
              <a:t>6. Application de SVM sur les features simples</a:t>
            </a:r>
            <a:endParaRPr lang="fr-FR"/>
          </a:p>
          <a:p>
            <a:pPr marL="0" indent="0">
              <a:buFont typeface="Arial"/>
              <a:buNone/>
              <a:defRPr/>
            </a:pPr>
            <a:r>
              <a:rPr lang="fr-FR"/>
              <a:t>7. Extraction de features avancées pour un modèle plus général</a:t>
            </a:r>
            <a:endParaRPr/>
          </a:p>
          <a:p>
            <a:pPr marL="0" indent="0">
              <a:buFont typeface="Arial"/>
              <a:buNone/>
              <a:defRPr/>
            </a:pPr>
            <a:r>
              <a:rPr lang="fr-FR"/>
              <a:t>8. Application de SVM sur les features avancées</a:t>
            </a:r>
            <a:endParaRPr lang="fr-FR"/>
          </a:p>
          <a:p>
            <a:pPr marL="0" indent="0">
              <a:buFont typeface="Arial"/>
              <a:buNone/>
              <a:defRPr/>
            </a:pPr>
            <a:r>
              <a:rPr lang="fr-FR"/>
              <a:t>9. Conclusion</a:t>
            </a:r>
            <a:endParaRPr lang="fr-F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5403452" name="Title 1"/>
          <p:cNvSpPr>
            <a:spLocks noGrp="1"/>
          </p:cNvSpPr>
          <p:nvPr>
            <p:ph type="title"/>
          </p:nvPr>
        </p:nvSpPr>
        <p:spPr bwMode="auto"/>
        <p:txBody>
          <a:bodyPr/>
          <a:lstStyle/>
          <a:p>
            <a:pPr marL="570252" indent="-570252">
              <a:buAutoNum type="arabicPeriod"/>
              <a:defRPr/>
            </a:pPr>
            <a:r>
              <a:rPr lang="fr-FR"/>
              <a:t>Types de </a:t>
            </a:r>
            <a:r>
              <a:rPr lang="fr-FR" sz="4400" b="0" i="0" u="none" strike="noStrike" cap="none" spc="0">
                <a:solidFill>
                  <a:schemeClr val="tx1"/>
                </a:solidFill>
                <a:latin typeface="Arial"/>
                <a:ea typeface="Arial"/>
                <a:cs typeface="Arial"/>
              </a:rPr>
              <a:t>Battement </a:t>
            </a:r>
            <a:r>
              <a:rPr lang="fr-FR"/>
              <a:t>cardiaque</a:t>
            </a:r>
            <a:endParaRPr/>
          </a:p>
        </p:txBody>
      </p:sp>
      <p:sp>
        <p:nvSpPr>
          <p:cNvPr id="2019542205" name="Content Placeholder 2"/>
          <p:cNvSpPr>
            <a:spLocks noGrp="1"/>
          </p:cNvSpPr>
          <p:nvPr>
            <p:ph idx="1"/>
          </p:nvPr>
        </p:nvSpPr>
        <p:spPr bwMode="auto"/>
        <p:txBody>
          <a:bodyPr/>
          <a:lstStyle/>
          <a:p>
            <a:pPr>
              <a:defRPr/>
            </a:pPr>
            <a:endParaRPr/>
          </a:p>
          <a:p>
            <a:pPr>
              <a:defRPr/>
            </a:pPr>
            <a:endParaRPr lang="fr-FR"/>
          </a:p>
          <a:p>
            <a:pPr>
              <a:defRPr/>
            </a:pPr>
            <a:r>
              <a:rPr lang="fr-FR"/>
              <a:t>Normal</a:t>
            </a:r>
            <a:endParaRPr lang="fr-FR"/>
          </a:p>
          <a:p>
            <a:pPr>
              <a:defRPr/>
            </a:pPr>
            <a:endParaRPr/>
          </a:p>
        </p:txBody>
      </p:sp>
      <p:pic>
        <p:nvPicPr>
          <p:cNvPr id="1879553886" name=""/>
          <p:cNvPicPr>
            <a:picLocks noChangeAspect="1"/>
          </p:cNvPicPr>
          <p:nvPr/>
        </p:nvPicPr>
        <p:blipFill rotWithShape="1">
          <a:blip r:embed="rId3"/>
          <a:stretch/>
        </p:blipFill>
        <p:spPr bwMode="auto">
          <a:xfrm flipH="0" flipV="0">
            <a:off x="3185463" y="1413035"/>
            <a:ext cx="8352284" cy="469815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6036445" name="Title 1"/>
          <p:cNvSpPr>
            <a:spLocks noGrp="1"/>
          </p:cNvSpPr>
          <p:nvPr>
            <p:ph type="title"/>
          </p:nvPr>
        </p:nvSpPr>
        <p:spPr bwMode="auto"/>
        <p:txBody>
          <a:bodyPr/>
          <a:lstStyle/>
          <a:p>
            <a:pPr marL="570252" indent="-570252">
              <a:buAutoNum type="arabicPeriod"/>
              <a:defRPr/>
            </a:pPr>
            <a:r>
              <a:rPr lang="fr-FR" sz="4400" b="0" i="0" u="none" strike="noStrike" cap="none" spc="0">
                <a:solidFill>
                  <a:schemeClr val="tx1"/>
                </a:solidFill>
                <a:latin typeface="+mj-lt"/>
                <a:ea typeface="+mj-ea"/>
                <a:cs typeface="+mj-cs"/>
              </a:rPr>
              <a:t>Types de Battement cardiaque</a:t>
            </a:r>
            <a:endParaRPr sz="4400"/>
          </a:p>
        </p:txBody>
      </p:sp>
      <p:sp>
        <p:nvSpPr>
          <p:cNvPr id="843839741" name="Content Placeholder 2"/>
          <p:cNvSpPr>
            <a:spLocks noGrp="1"/>
          </p:cNvSpPr>
          <p:nvPr>
            <p:ph idx="1"/>
          </p:nvPr>
        </p:nvSpPr>
        <p:spPr bwMode="auto">
          <a:xfrm flipH="0" flipV="0">
            <a:off x="562993" y="2301874"/>
            <a:ext cx="2939142" cy="2569482"/>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defRPr/>
            </a:pPr>
            <a:r>
              <a:rPr lang="fr-FR" sz="2800" b="0" i="0" u="none" strike="noStrike" cap="none" spc="0">
                <a:solidFill>
                  <a:schemeClr val="tx1"/>
                </a:solidFill>
                <a:latin typeface="Arial"/>
                <a:ea typeface="Arial"/>
                <a:cs typeface="Arial"/>
              </a:rPr>
              <a:t>Prématuré </a:t>
            </a:r>
            <a:r>
              <a:rPr lang="fr-FR" sz="2800" b="0" i="0" u="none" strike="noStrike" cap="none" spc="0">
                <a:solidFill>
                  <a:schemeClr val="tx1"/>
                </a:solidFill>
                <a:latin typeface="Arial"/>
                <a:ea typeface="Arial"/>
                <a:cs typeface="Arial"/>
              </a:rPr>
              <a:t>Ventriculaire </a:t>
            </a:r>
            <a:r>
              <a:rPr lang="fr-FR" sz="2800" b="0" i="0" u="none" strike="noStrike" cap="none" spc="0">
                <a:solidFill>
                  <a:schemeClr val="tx1"/>
                </a:solidFill>
                <a:latin typeface="Arial"/>
                <a:ea typeface="Arial"/>
                <a:cs typeface="Arial"/>
              </a:rPr>
              <a:t>(V)</a:t>
            </a:r>
            <a:endParaRPr sz="2800" b="0" i="0" u="none" strike="noStrike" cap="none" spc="0">
              <a:solidFill>
                <a:schemeClr val="tx1"/>
              </a:solidFill>
              <a:latin typeface="Arial"/>
              <a:ea typeface="Arial"/>
              <a:cs typeface="Arial"/>
            </a:endParaRPr>
          </a:p>
          <a:p>
            <a:pPr>
              <a:defRPr/>
            </a:pPr>
            <a:r>
              <a:rPr lang="fr-FR" sz="2800" b="0" i="0" u="none" strike="noStrike" cap="none" spc="0">
                <a:solidFill>
                  <a:schemeClr val="tx1"/>
                </a:solidFill>
                <a:latin typeface="Arial"/>
                <a:ea typeface="Arial"/>
                <a:cs typeface="Arial"/>
              </a:rPr>
              <a:t>Prématuré</a:t>
            </a:r>
            <a:r>
              <a:rPr lang="fr-FR" sz="2800" b="0" i="0" u="none" strike="noStrike" cap="none" spc="0">
                <a:solidFill>
                  <a:schemeClr val="tx1"/>
                </a:solidFill>
                <a:latin typeface="Arial"/>
                <a:ea typeface="Arial"/>
                <a:cs typeface="Arial"/>
              </a:rPr>
              <a:t> </a:t>
            </a:r>
            <a:r>
              <a:rPr lang="fr-FR" sz="2800" b="0" i="0" u="none" strike="noStrike" cap="none" spc="0">
                <a:solidFill>
                  <a:schemeClr val="tx1"/>
                </a:solidFill>
                <a:latin typeface="Arial"/>
                <a:ea typeface="Arial"/>
                <a:cs typeface="Arial"/>
              </a:rPr>
              <a:t>Atrial </a:t>
            </a:r>
            <a:r>
              <a:rPr lang="fr-FR" sz="2800" b="0" i="0" u="none" strike="noStrike" cap="none" spc="0">
                <a:solidFill>
                  <a:schemeClr val="tx1"/>
                </a:solidFill>
                <a:latin typeface="Arial"/>
                <a:ea typeface="Arial"/>
                <a:cs typeface="Arial"/>
              </a:rPr>
              <a:t> (A)</a:t>
            </a:r>
            <a:endParaRPr sz="2800" b="0" i="0" u="none" strike="noStrike" cap="none" spc="0">
              <a:solidFill>
                <a:schemeClr val="tx1"/>
              </a:solidFill>
              <a:latin typeface="Arial"/>
              <a:ea typeface="Arial"/>
              <a:cs typeface="Arial"/>
            </a:endParaRPr>
          </a:p>
          <a:p>
            <a:pPr>
              <a:defRPr/>
            </a:pPr>
            <a:r>
              <a:rPr lang="fr-FR" sz="2800" b="0" i="0" u="none" strike="noStrike" cap="none" spc="0">
                <a:solidFill>
                  <a:schemeClr val="tx1"/>
                </a:solidFill>
                <a:latin typeface="Arial"/>
                <a:ea typeface="Arial"/>
                <a:cs typeface="Arial"/>
              </a:rPr>
              <a:t>Fusion (F)</a:t>
            </a:r>
            <a:endParaRPr sz="2800" b="0" i="0" u="none" strike="noStrike" cap="none" spc="0">
              <a:solidFill>
                <a:schemeClr val="tx1"/>
              </a:solidFill>
              <a:latin typeface="Arial"/>
              <a:ea typeface="Arial"/>
              <a:cs typeface="Arial"/>
            </a:endParaRPr>
          </a:p>
          <a:p>
            <a:pPr>
              <a:defRPr/>
            </a:pPr>
            <a:r>
              <a:rPr lang="fr-FR" sz="2800" b="0" i="0" u="none" strike="noStrike" cap="none" spc="0">
                <a:solidFill>
                  <a:schemeClr val="tx1"/>
                </a:solidFill>
                <a:latin typeface="Arial"/>
                <a:ea typeface="Arial"/>
                <a:cs typeface="Arial"/>
              </a:rPr>
              <a:t>Bloc (L)</a:t>
            </a:r>
            <a:endParaRPr lang="fr-FR" sz="2800" b="0" i="0" u="none" strike="noStrike" cap="none" spc="0">
              <a:solidFill>
                <a:schemeClr val="tx1"/>
              </a:solidFill>
              <a:latin typeface="Times New Roman"/>
              <a:cs typeface="Times New Roman"/>
            </a:endParaRPr>
          </a:p>
          <a:p>
            <a:pPr>
              <a:defRPr/>
            </a:pPr>
            <a:r>
              <a:rPr lang="fr-FR" sz="2800" b="0" i="0" u="none" strike="noStrike" cap="none" spc="0">
                <a:solidFill>
                  <a:schemeClr val="tx1"/>
                </a:solidFill>
                <a:latin typeface="Arial"/>
                <a:ea typeface="Arial"/>
                <a:cs typeface="Arial"/>
              </a:rPr>
              <a:t>B</a:t>
            </a:r>
            <a:r>
              <a:rPr lang="fr-FR" sz="2800" b="0" i="0" u="none" strike="noStrike" cap="none" spc="0">
                <a:solidFill>
                  <a:schemeClr val="tx1"/>
                </a:solidFill>
                <a:latin typeface="Arial"/>
                <a:ea typeface="Arial"/>
                <a:cs typeface="Arial"/>
              </a:rPr>
              <a:t>ruit (Q)</a:t>
            </a:r>
            <a:endParaRPr/>
          </a:p>
        </p:txBody>
      </p:sp>
      <p:pic>
        <p:nvPicPr>
          <p:cNvPr id="1095241882" name=""/>
          <p:cNvPicPr>
            <a:picLocks noChangeAspect="1"/>
          </p:cNvPicPr>
          <p:nvPr/>
        </p:nvPicPr>
        <p:blipFill rotWithShape="1">
          <a:blip r:embed="rId3"/>
          <a:stretch/>
        </p:blipFill>
        <p:spPr bwMode="auto">
          <a:xfrm flipH="0" flipV="0">
            <a:off x="3502136" y="1690687"/>
            <a:ext cx="8681699" cy="460613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32898123" name="Title 1"/>
          <p:cNvSpPr>
            <a:spLocks noGrp="1"/>
          </p:cNvSpPr>
          <p:nvPr>
            <p:ph type="title"/>
          </p:nvPr>
        </p:nvSpPr>
        <p:spPr bwMode="auto"/>
        <p:txBody>
          <a:bodyPr/>
          <a:lstStyle/>
          <a:p>
            <a:pPr>
              <a:defRPr/>
            </a:pPr>
            <a:r>
              <a:rPr lang="fr-FR"/>
              <a:t>1. Support Vector Machine (SVM)</a:t>
            </a:r>
            <a:endParaRPr/>
          </a:p>
        </p:txBody>
      </p:sp>
      <p:sp>
        <p:nvSpPr>
          <p:cNvPr id="240331402" name="Content Placeholder 2"/>
          <p:cNvSpPr>
            <a:spLocks noGrp="1"/>
          </p:cNvSpPr>
          <p:nvPr>
            <p:ph idx="1"/>
          </p:nvPr>
        </p:nvSpPr>
        <p:spPr bwMode="auto">
          <a:xfrm flipH="0" flipV="0">
            <a:off x="964081" y="1858508"/>
            <a:ext cx="4071953" cy="3140982"/>
          </a:xfrm>
        </p:spPr>
        <p:txBody>
          <a:bodyPr vertOverflow="overflow" horzOverflow="overflow" vert="horz" wrap="square" lIns="91440" tIns="45720" rIns="91440" bIns="45720" numCol="1" spcCol="0" rtlCol="0" fromWordArt="0" anchor="t" anchorCtr="0" forceAA="0" upright="0" compatLnSpc="0">
            <a:normAutofit/>
          </a:bodyPr>
          <a:lstStyle/>
          <a:p>
            <a:pPr>
              <a:defRPr/>
            </a:pPr>
            <a:r>
              <a:rPr lang="fr-FR"/>
              <a:t>Modèle de classification</a:t>
            </a:r>
            <a:endParaRPr lang="fr-FR"/>
          </a:p>
          <a:p>
            <a:pPr>
              <a:defRPr/>
            </a:pPr>
            <a:r>
              <a:rPr lang="fr-FR"/>
              <a:t>Hyperplan</a:t>
            </a:r>
            <a:endParaRPr lang="fr-FR"/>
          </a:p>
          <a:p>
            <a:pPr>
              <a:defRPr/>
            </a:pPr>
            <a:r>
              <a:rPr lang="fr-FR"/>
              <a:t>Kernel treack (</a:t>
            </a:r>
            <a:r>
              <a:rPr lang="fr-FR"/>
              <a:t>Polynomial, rbf)</a:t>
            </a:r>
            <a:endParaRPr lang="fr-FR"/>
          </a:p>
        </p:txBody>
      </p:sp>
      <p:pic>
        <p:nvPicPr>
          <p:cNvPr id="853272936" name=""/>
          <p:cNvPicPr>
            <a:picLocks noChangeAspect="1"/>
          </p:cNvPicPr>
          <p:nvPr/>
        </p:nvPicPr>
        <p:blipFill rotWithShape="1">
          <a:blip r:embed="rId3"/>
          <a:stretch/>
        </p:blipFill>
        <p:spPr bwMode="auto">
          <a:xfrm flipH="0" flipV="0">
            <a:off x="4898571" y="1962375"/>
            <a:ext cx="5922167" cy="407783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1424164" name="Title 1"/>
          <p:cNvSpPr>
            <a:spLocks noGrp="1"/>
          </p:cNvSpPr>
          <p:nvPr>
            <p:ph type="title"/>
          </p:nvPr>
        </p:nvSpPr>
        <p:spPr bwMode="auto"/>
        <p:txBody>
          <a:bodyPr/>
          <a:lstStyle/>
          <a:p>
            <a:pPr>
              <a:defRPr/>
            </a:pPr>
            <a:r>
              <a:rPr lang="fr-FR"/>
              <a:t>3. Dataset MIT_BIH Arrhythmia</a:t>
            </a:r>
            <a:endParaRPr/>
          </a:p>
        </p:txBody>
      </p:sp>
      <p:sp>
        <p:nvSpPr>
          <p:cNvPr id="1013448645" name="Content Placeholder 2"/>
          <p:cNvSpPr>
            <a:spLocks noGrp="1"/>
          </p:cNvSpPr>
          <p:nvPr>
            <p:ph idx="1"/>
          </p:nvPr>
        </p:nvSpPr>
        <p:spPr bwMode="auto"/>
        <p:txBody>
          <a:bodyPr/>
          <a:lstStyle/>
          <a:p>
            <a:pPr>
              <a:defRPr/>
            </a:pPr>
            <a:r>
              <a:rPr lang="fr-FR"/>
              <a:t>48 enregistrements d’ECG à deux leads</a:t>
            </a:r>
            <a:endParaRPr lang="fr-FR"/>
          </a:p>
          <a:p>
            <a:pPr>
              <a:defRPr/>
            </a:pPr>
            <a:r>
              <a:rPr lang="fr-FR"/>
              <a:t>Nombre de battement total : 12606</a:t>
            </a:r>
            <a:endParaRPr lang="fr-FR"/>
          </a:p>
          <a:p>
            <a:pPr>
              <a:defRPr/>
            </a:pPr>
            <a:r>
              <a:rPr lang="fr-FR"/>
              <a:t>Principaux classes</a:t>
            </a:r>
            <a:r>
              <a:rPr lang="fr-FR"/>
              <a:t> : N (Normal), V (ventriculaire prématuré), A (attrial prématuré), F ( Fusion de deux types de battements)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5016706" name="Title 1"/>
          <p:cNvSpPr>
            <a:spLocks noGrp="1"/>
          </p:cNvSpPr>
          <p:nvPr>
            <p:ph type="title"/>
          </p:nvPr>
        </p:nvSpPr>
        <p:spPr bwMode="auto"/>
        <p:txBody>
          <a:bodyPr/>
          <a:lstStyle/>
          <a:p>
            <a:pPr>
              <a:defRPr/>
            </a:pPr>
            <a:r>
              <a:rPr lang="fr-FR" sz="2800"/>
              <a:t>Chargement</a:t>
            </a:r>
            <a:r>
              <a:rPr lang="fr-FR" sz="2800"/>
              <a:t> des enregistrements</a:t>
            </a:r>
            <a:endParaRPr sz="2800"/>
          </a:p>
        </p:txBody>
      </p:sp>
      <p:sp>
        <p:nvSpPr>
          <p:cNvPr id="889080505" name="Content Placeholder 2"/>
          <p:cNvSpPr>
            <a:spLocks noGrp="1"/>
          </p:cNvSpPr>
          <p:nvPr>
            <p:ph idx="1"/>
          </p:nvPr>
        </p:nvSpPr>
        <p:spPr bwMode="auto"/>
        <p:txBody>
          <a:bodyPr/>
          <a:lstStyle/>
          <a:p>
            <a:pPr>
              <a:defRPr/>
            </a:pPr>
            <a:endParaRPr/>
          </a:p>
        </p:txBody>
      </p:sp>
      <p:pic>
        <p:nvPicPr>
          <p:cNvPr id="125298993" name=""/>
          <p:cNvPicPr>
            <a:picLocks noChangeAspect="1"/>
          </p:cNvPicPr>
          <p:nvPr/>
        </p:nvPicPr>
        <p:blipFill rotWithShape="1">
          <a:blip r:embed="rId3"/>
          <a:stretch/>
        </p:blipFill>
        <p:spPr bwMode="auto">
          <a:xfrm flipH="0" flipV="0">
            <a:off x="918909" y="1825624"/>
            <a:ext cx="10354180" cy="425351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292729" name="Title 1"/>
          <p:cNvSpPr>
            <a:spLocks noGrp="1"/>
          </p:cNvSpPr>
          <p:nvPr>
            <p:ph type="title"/>
          </p:nvPr>
        </p:nvSpPr>
        <p:spPr bwMode="auto"/>
        <p:txBody>
          <a:bodyPr/>
          <a:lstStyle/>
          <a:p>
            <a:pPr>
              <a:defRPr/>
            </a:pPr>
            <a:r>
              <a:rPr lang="fr-FR" sz="2800"/>
              <a:t>Aperçu de la distribution des classes brutes</a:t>
            </a:r>
            <a:endParaRPr sz="2800"/>
          </a:p>
        </p:txBody>
      </p:sp>
      <p:sp>
        <p:nvSpPr>
          <p:cNvPr id="404627278" name="Content Placeholder 2"/>
          <p:cNvSpPr>
            <a:spLocks noGrp="1"/>
          </p:cNvSpPr>
          <p:nvPr>
            <p:ph idx="1"/>
          </p:nvPr>
        </p:nvSpPr>
        <p:spPr bwMode="auto"/>
        <p:txBody>
          <a:bodyPr/>
          <a:lstStyle/>
          <a:p>
            <a:pPr>
              <a:defRPr/>
            </a:pPr>
            <a:endParaRPr/>
          </a:p>
        </p:txBody>
      </p:sp>
      <p:pic>
        <p:nvPicPr>
          <p:cNvPr id="641144824" name=""/>
          <p:cNvPicPr>
            <a:picLocks noChangeAspect="1"/>
          </p:cNvPicPr>
          <p:nvPr/>
        </p:nvPicPr>
        <p:blipFill rotWithShape="1">
          <a:blip r:embed="rId3"/>
          <a:stretch/>
        </p:blipFill>
        <p:spPr bwMode="auto">
          <a:xfrm flipH="0" flipV="0">
            <a:off x="838199" y="1825624"/>
            <a:ext cx="7075081" cy="410580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6577251" name="Title 1"/>
          <p:cNvSpPr>
            <a:spLocks noGrp="1"/>
          </p:cNvSpPr>
          <p:nvPr>
            <p:ph type="title"/>
          </p:nvPr>
        </p:nvSpPr>
        <p:spPr bwMode="auto"/>
        <p:txBody>
          <a:bodyPr/>
          <a:lstStyle/>
          <a:p>
            <a:pPr>
              <a:defRPr/>
            </a:pPr>
            <a:r>
              <a:rPr lang="fr-FR" sz="2800"/>
              <a:t>Visualisation de quelques battements</a:t>
            </a:r>
            <a:endParaRPr sz="2800"/>
          </a:p>
        </p:txBody>
      </p:sp>
      <p:sp>
        <p:nvSpPr>
          <p:cNvPr id="188135898" name="Content Placeholder 2"/>
          <p:cNvSpPr>
            <a:spLocks noGrp="1"/>
          </p:cNvSpPr>
          <p:nvPr>
            <p:ph idx="1"/>
          </p:nvPr>
        </p:nvSpPr>
        <p:spPr bwMode="auto"/>
        <p:txBody>
          <a:bodyPr/>
          <a:lstStyle/>
          <a:p>
            <a:pPr>
              <a:defRPr/>
            </a:pPr>
            <a:endParaRPr/>
          </a:p>
        </p:txBody>
      </p:sp>
      <p:pic>
        <p:nvPicPr>
          <p:cNvPr id="1945325773" name=""/>
          <p:cNvPicPr>
            <a:picLocks noChangeAspect="1"/>
          </p:cNvPicPr>
          <p:nvPr/>
        </p:nvPicPr>
        <p:blipFill rotWithShape="1">
          <a:blip r:embed="rId3"/>
          <a:stretch/>
        </p:blipFill>
        <p:spPr bwMode="auto">
          <a:xfrm flipH="0" flipV="0">
            <a:off x="838198" y="1754604"/>
            <a:ext cx="8822336" cy="46807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3250880" name="Title 1"/>
          <p:cNvSpPr>
            <a:spLocks noGrp="1"/>
          </p:cNvSpPr>
          <p:nvPr>
            <p:ph type="title"/>
          </p:nvPr>
        </p:nvSpPr>
        <p:spPr bwMode="auto"/>
        <p:txBody>
          <a:bodyPr/>
          <a:lstStyle/>
          <a:p>
            <a:pPr>
              <a:defRPr/>
            </a:pPr>
            <a:r>
              <a:rPr lang="fr-FR"/>
              <a:t>4. Extraction de simple features</a:t>
            </a:r>
            <a:endParaRPr/>
          </a:p>
        </p:txBody>
      </p:sp>
      <p:sp>
        <p:nvSpPr>
          <p:cNvPr id="787195765" name="Content Placeholder 2"/>
          <p:cNvSpPr>
            <a:spLocks noGrp="1"/>
          </p:cNvSpPr>
          <p:nvPr>
            <p:ph idx="1"/>
          </p:nvPr>
        </p:nvSpPr>
        <p:spPr bwMode="auto"/>
        <p:txBody>
          <a:bodyPr/>
          <a:lstStyle/>
          <a:p>
            <a:pPr>
              <a:defRPr/>
            </a:pPr>
            <a:endParaRPr/>
          </a:p>
        </p:txBody>
      </p:sp>
      <p:pic>
        <p:nvPicPr>
          <p:cNvPr id="131494939" name=""/>
          <p:cNvPicPr>
            <a:picLocks noChangeAspect="1"/>
          </p:cNvPicPr>
          <p:nvPr/>
        </p:nvPicPr>
        <p:blipFill rotWithShape="1">
          <a:blip r:embed="rId3"/>
          <a:stretch/>
        </p:blipFill>
        <p:spPr bwMode="auto">
          <a:xfrm>
            <a:off x="838198" y="1825624"/>
            <a:ext cx="5686425" cy="45053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7115589" name="Title 1"/>
          <p:cNvSpPr>
            <a:spLocks noGrp="1"/>
          </p:cNvSpPr>
          <p:nvPr>
            <p:ph type="title"/>
          </p:nvPr>
        </p:nvSpPr>
        <p:spPr bwMode="auto"/>
        <p:txBody>
          <a:bodyPr/>
          <a:lstStyle/>
          <a:p>
            <a:pPr>
              <a:defRPr/>
            </a:pPr>
            <a:r>
              <a:rPr lang="fr-FR" sz="4400" b="0" i="0" u="none" strike="noStrike" cap="none" spc="0">
                <a:solidFill>
                  <a:schemeClr val="tx1"/>
                </a:solidFill>
                <a:latin typeface="+mj-lt"/>
                <a:ea typeface="+mj-ea"/>
                <a:cs typeface="+mj-cs"/>
              </a:rPr>
              <a:t>5. Regroupement simple des classes brutes</a:t>
            </a:r>
            <a:endParaRPr/>
          </a:p>
        </p:txBody>
      </p:sp>
      <p:sp>
        <p:nvSpPr>
          <p:cNvPr id="1817141300" name="Content Placeholder 2"/>
          <p:cNvSpPr>
            <a:spLocks noGrp="1"/>
          </p:cNvSpPr>
          <p:nvPr>
            <p:ph idx="1"/>
          </p:nvPr>
        </p:nvSpPr>
        <p:spPr bwMode="auto"/>
        <p:txBody>
          <a:bodyPr/>
          <a:lstStyle/>
          <a:p>
            <a:pPr>
              <a:defRPr/>
            </a:pPr>
            <a:endParaRPr/>
          </a:p>
        </p:txBody>
      </p:sp>
      <p:pic>
        <p:nvPicPr>
          <p:cNvPr id="1988303817" name=""/>
          <p:cNvPicPr>
            <a:picLocks noChangeAspect="1"/>
          </p:cNvPicPr>
          <p:nvPr/>
        </p:nvPicPr>
        <p:blipFill rotWithShape="1">
          <a:blip r:embed="rId3"/>
          <a:stretch/>
        </p:blipFill>
        <p:spPr bwMode="auto">
          <a:xfrm>
            <a:off x="838198" y="1825624"/>
            <a:ext cx="8210549" cy="44005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41800440" name="Title 1"/>
          <p:cNvSpPr>
            <a:spLocks noGrp="1"/>
          </p:cNvSpPr>
          <p:nvPr>
            <p:ph type="title"/>
          </p:nvPr>
        </p:nvSpPr>
        <p:spPr bwMode="auto"/>
        <p:txBody>
          <a:bodyPr/>
          <a:lstStyle/>
          <a:p>
            <a:pPr>
              <a:defRPr/>
            </a:pPr>
            <a:r>
              <a:rPr lang="fr-FR" sz="2800"/>
              <a:t>Visualisation des features brutes </a:t>
            </a:r>
            <a:endParaRPr sz="2800"/>
          </a:p>
        </p:txBody>
      </p:sp>
      <p:sp>
        <p:nvSpPr>
          <p:cNvPr id="1503189606" name="Content Placeholder 2"/>
          <p:cNvSpPr>
            <a:spLocks noGrp="1"/>
          </p:cNvSpPr>
          <p:nvPr>
            <p:ph idx="1"/>
          </p:nvPr>
        </p:nvSpPr>
        <p:spPr bwMode="auto"/>
        <p:txBody>
          <a:bodyPr/>
          <a:lstStyle/>
          <a:p>
            <a:pPr>
              <a:defRPr/>
            </a:pPr>
            <a:endParaRPr/>
          </a:p>
        </p:txBody>
      </p:sp>
      <p:pic>
        <p:nvPicPr>
          <p:cNvPr id="1743590127" name=""/>
          <p:cNvPicPr>
            <a:picLocks noChangeAspect="1"/>
          </p:cNvPicPr>
          <p:nvPr/>
        </p:nvPicPr>
        <p:blipFill rotWithShape="1">
          <a:blip r:embed="rId3"/>
          <a:stretch/>
        </p:blipFill>
        <p:spPr bwMode="auto">
          <a:xfrm flipH="0" flipV="0">
            <a:off x="838198" y="1825624"/>
            <a:ext cx="7085711" cy="434090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7522738" name="Title 1"/>
          <p:cNvSpPr>
            <a:spLocks noGrp="1"/>
          </p:cNvSpPr>
          <p:nvPr>
            <p:ph type="title"/>
          </p:nvPr>
        </p:nvSpPr>
        <p:spPr bwMode="auto"/>
        <p:txBody>
          <a:bodyPr/>
          <a:lstStyle/>
          <a:p>
            <a:pPr>
              <a:defRPr/>
            </a:pPr>
            <a:r>
              <a:rPr lang="fr-FR" sz="4400" b="0" i="0" u="none" strike="noStrike" cap="none" spc="0">
                <a:solidFill>
                  <a:schemeClr val="tx1"/>
                </a:solidFill>
                <a:latin typeface="+mj-lt"/>
                <a:ea typeface="+mj-ea"/>
                <a:cs typeface="+mj-cs"/>
              </a:rPr>
              <a:t>6. Application de SVM sur les features simples </a:t>
            </a:r>
            <a:endParaRPr/>
          </a:p>
        </p:txBody>
      </p:sp>
      <p:sp>
        <p:nvSpPr>
          <p:cNvPr id="368958718" name="Content Placeholder 2"/>
          <p:cNvSpPr>
            <a:spLocks noGrp="1"/>
          </p:cNvSpPr>
          <p:nvPr>
            <p:ph idx="1"/>
          </p:nvPr>
        </p:nvSpPr>
        <p:spPr bwMode="auto">
          <a:xfrm flipH="0" flipV="0">
            <a:off x="838198" y="1825624"/>
            <a:ext cx="10515600" cy="6028596"/>
          </a:xfrm>
        </p:spPr>
        <p:txBody>
          <a:bodyPr/>
          <a:lstStyle/>
          <a:p>
            <a:pPr>
              <a:defRPr/>
            </a:pPr>
            <a:endParaRPr/>
          </a:p>
        </p:txBody>
      </p:sp>
      <p:pic>
        <p:nvPicPr>
          <p:cNvPr id="769692463" name=""/>
          <p:cNvPicPr>
            <a:picLocks noChangeAspect="1"/>
          </p:cNvPicPr>
          <p:nvPr/>
        </p:nvPicPr>
        <p:blipFill rotWithShape="1">
          <a:blip r:embed="rId3"/>
          <a:stretch/>
        </p:blipFill>
        <p:spPr bwMode="auto">
          <a:xfrm flipH="0" flipV="0">
            <a:off x="863458" y="5276537"/>
            <a:ext cx="5699265" cy="1500265"/>
          </a:xfrm>
          <a:prstGeom prst="rect">
            <a:avLst/>
          </a:prstGeom>
        </p:spPr>
      </p:pic>
      <p:pic>
        <p:nvPicPr>
          <p:cNvPr id="2002332242" name=""/>
          <p:cNvPicPr>
            <a:picLocks noChangeAspect="1"/>
          </p:cNvPicPr>
          <p:nvPr/>
        </p:nvPicPr>
        <p:blipFill rotWithShape="1">
          <a:blip r:embed="rId4"/>
          <a:stretch/>
        </p:blipFill>
        <p:spPr bwMode="auto">
          <a:xfrm flipH="0" flipV="0">
            <a:off x="850829" y="1690687"/>
            <a:ext cx="5724524" cy="1734538"/>
          </a:xfrm>
          <a:prstGeom prst="rect">
            <a:avLst/>
          </a:prstGeom>
        </p:spPr>
      </p:pic>
      <p:pic>
        <p:nvPicPr>
          <p:cNvPr id="2077063965" name=""/>
          <p:cNvPicPr>
            <a:picLocks noChangeAspect="1"/>
          </p:cNvPicPr>
          <p:nvPr/>
        </p:nvPicPr>
        <p:blipFill rotWithShape="1">
          <a:blip r:embed="rId5"/>
          <a:stretch/>
        </p:blipFill>
        <p:spPr bwMode="auto">
          <a:xfrm flipH="0" flipV="0">
            <a:off x="4129172" y="3587376"/>
            <a:ext cx="5699265" cy="16382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78783" name="Title 1"/>
          <p:cNvSpPr>
            <a:spLocks noGrp="1"/>
          </p:cNvSpPr>
          <p:nvPr>
            <p:ph type="title"/>
          </p:nvPr>
        </p:nvSpPr>
        <p:spPr bwMode="auto"/>
        <p:txBody>
          <a:bodyPr/>
          <a:lstStyle/>
          <a:p>
            <a:pPr>
              <a:defRPr/>
            </a:pPr>
            <a:r>
              <a:rPr lang="fr-FR" sz="2800"/>
              <a:t>Visualisation du résultat </a:t>
            </a:r>
            <a:r>
              <a:rPr lang="fr-FR" sz="2800"/>
              <a:t>avec une matrice de confusion</a:t>
            </a:r>
            <a:endParaRPr sz="2800"/>
          </a:p>
        </p:txBody>
      </p:sp>
      <p:sp>
        <p:nvSpPr>
          <p:cNvPr id="804574463" name="Content Placeholder 2"/>
          <p:cNvSpPr>
            <a:spLocks noGrp="1"/>
          </p:cNvSpPr>
          <p:nvPr>
            <p:ph idx="1"/>
          </p:nvPr>
        </p:nvSpPr>
        <p:spPr bwMode="auto"/>
        <p:txBody>
          <a:bodyPr/>
          <a:lstStyle/>
          <a:p>
            <a:pPr>
              <a:defRPr/>
            </a:pPr>
            <a:endParaRPr/>
          </a:p>
        </p:txBody>
      </p:sp>
      <p:pic>
        <p:nvPicPr>
          <p:cNvPr id="1781527461" name=""/>
          <p:cNvPicPr>
            <a:picLocks noChangeAspect="1"/>
          </p:cNvPicPr>
          <p:nvPr/>
        </p:nvPicPr>
        <p:blipFill rotWithShape="1">
          <a:blip r:embed="rId3"/>
          <a:stretch/>
        </p:blipFill>
        <p:spPr bwMode="auto">
          <a:xfrm>
            <a:off x="838198" y="1843087"/>
            <a:ext cx="5295899" cy="43338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4647999" name="Title 1"/>
          <p:cNvSpPr>
            <a:spLocks noGrp="1"/>
          </p:cNvSpPr>
          <p:nvPr>
            <p:ph type="title"/>
          </p:nvPr>
        </p:nvSpPr>
        <p:spPr bwMode="auto"/>
        <p:txBody>
          <a:bodyPr/>
          <a:lstStyle/>
          <a:p>
            <a:pPr>
              <a:defRPr/>
            </a:pPr>
            <a:r>
              <a:rPr lang="fr-FR" sz="3600" b="0" i="0" u="none" strike="noStrike" cap="none" spc="0">
                <a:solidFill>
                  <a:schemeClr val="tx1"/>
                </a:solidFill>
                <a:latin typeface="+mj-lt"/>
                <a:ea typeface="+mj-ea"/>
                <a:cs typeface="+mj-cs"/>
              </a:rPr>
              <a:t>Regroupement avancé des classes brutes</a:t>
            </a:r>
            <a:endParaRPr sz="3600"/>
          </a:p>
        </p:txBody>
      </p:sp>
      <p:sp>
        <p:nvSpPr>
          <p:cNvPr id="1254451712" name="Content Placeholder 2"/>
          <p:cNvSpPr>
            <a:spLocks noGrp="1"/>
          </p:cNvSpPr>
          <p:nvPr>
            <p:ph idx="1"/>
          </p:nvPr>
        </p:nvSpPr>
        <p:spPr bwMode="auto"/>
        <p:txBody>
          <a:bodyPr/>
          <a:lstStyle/>
          <a:p>
            <a:pPr>
              <a:defRPr/>
            </a:pPr>
            <a:endParaRPr/>
          </a:p>
        </p:txBody>
      </p:sp>
      <p:pic>
        <p:nvPicPr>
          <p:cNvPr id="1409700768" name=""/>
          <p:cNvPicPr>
            <a:picLocks noChangeAspect="1"/>
          </p:cNvPicPr>
          <p:nvPr/>
        </p:nvPicPr>
        <p:blipFill rotWithShape="1">
          <a:blip r:embed="rId3"/>
          <a:stretch/>
        </p:blipFill>
        <p:spPr bwMode="auto">
          <a:xfrm>
            <a:off x="838198" y="1825624"/>
            <a:ext cx="8020049" cy="3200400"/>
          </a:xfrm>
          <a:prstGeom prst="rect">
            <a:avLst/>
          </a:prstGeom>
        </p:spPr>
      </p:pic>
      <p:pic>
        <p:nvPicPr>
          <p:cNvPr id="2020151641" name=""/>
          <p:cNvPicPr>
            <a:picLocks noChangeAspect="1"/>
          </p:cNvPicPr>
          <p:nvPr/>
        </p:nvPicPr>
        <p:blipFill rotWithShape="1">
          <a:blip r:embed="rId4"/>
          <a:stretch/>
        </p:blipFill>
        <p:spPr bwMode="auto">
          <a:xfrm>
            <a:off x="8916024" y="1825624"/>
            <a:ext cx="2352674" cy="24098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5462040" name="Title 1"/>
          <p:cNvSpPr>
            <a:spLocks noGrp="1"/>
          </p:cNvSpPr>
          <p:nvPr>
            <p:ph type="title"/>
          </p:nvPr>
        </p:nvSpPr>
        <p:spPr bwMode="auto"/>
        <p:txBody>
          <a:bodyPr/>
          <a:lstStyle/>
          <a:p>
            <a:pPr>
              <a:defRPr/>
            </a:pPr>
            <a:r>
              <a:rPr lang="fr-FR" sz="2800"/>
              <a:t>Aperçu de la distribution</a:t>
            </a:r>
            <a:endParaRPr sz="2800"/>
          </a:p>
        </p:txBody>
      </p:sp>
      <p:sp>
        <p:nvSpPr>
          <p:cNvPr id="1497070584" name="Content Placeholder 2"/>
          <p:cNvSpPr>
            <a:spLocks noGrp="1"/>
          </p:cNvSpPr>
          <p:nvPr>
            <p:ph idx="1"/>
          </p:nvPr>
        </p:nvSpPr>
        <p:spPr bwMode="auto"/>
        <p:txBody>
          <a:bodyPr/>
          <a:lstStyle/>
          <a:p>
            <a:pPr>
              <a:defRPr/>
            </a:pPr>
            <a:endParaRPr/>
          </a:p>
        </p:txBody>
      </p:sp>
      <p:pic>
        <p:nvPicPr>
          <p:cNvPr id="787835419" name=""/>
          <p:cNvPicPr>
            <a:picLocks noChangeAspect="1"/>
          </p:cNvPicPr>
          <p:nvPr/>
        </p:nvPicPr>
        <p:blipFill rotWithShape="1">
          <a:blip r:embed="rId3"/>
          <a:stretch/>
        </p:blipFill>
        <p:spPr bwMode="auto">
          <a:xfrm flipH="0" flipV="0">
            <a:off x="838199" y="1748852"/>
            <a:ext cx="6685144" cy="43237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5363931" name="Title 1"/>
          <p:cNvSpPr>
            <a:spLocks noGrp="1"/>
          </p:cNvSpPr>
          <p:nvPr>
            <p:ph type="title"/>
          </p:nvPr>
        </p:nvSpPr>
        <p:spPr bwMode="auto"/>
        <p:txBody>
          <a:bodyPr/>
          <a:lstStyle/>
          <a:p>
            <a:pPr>
              <a:defRPr/>
            </a:pPr>
            <a:r>
              <a:rPr lang="fr-FR" sz="2800"/>
              <a:t>Test du modèle sur le nouveau regroupement</a:t>
            </a:r>
            <a:endParaRPr sz="2800"/>
          </a:p>
        </p:txBody>
      </p:sp>
      <p:sp>
        <p:nvSpPr>
          <p:cNvPr id="80833511" name="Content Placeholder 2"/>
          <p:cNvSpPr>
            <a:spLocks noGrp="1"/>
          </p:cNvSpPr>
          <p:nvPr>
            <p:ph idx="1"/>
          </p:nvPr>
        </p:nvSpPr>
        <p:spPr bwMode="auto"/>
        <p:txBody>
          <a:bodyPr/>
          <a:lstStyle/>
          <a:p>
            <a:pPr>
              <a:defRPr/>
            </a:pPr>
            <a:endParaRPr/>
          </a:p>
        </p:txBody>
      </p:sp>
      <p:pic>
        <p:nvPicPr>
          <p:cNvPr id="1886907720" name=""/>
          <p:cNvPicPr>
            <a:picLocks noChangeAspect="1"/>
          </p:cNvPicPr>
          <p:nvPr/>
        </p:nvPicPr>
        <p:blipFill rotWithShape="1">
          <a:blip r:embed="rId3"/>
          <a:stretch/>
        </p:blipFill>
        <p:spPr bwMode="auto">
          <a:xfrm flipH="0" flipV="0">
            <a:off x="838198" y="1825624"/>
            <a:ext cx="7198911" cy="353023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9768571" name="Title 1"/>
          <p:cNvSpPr>
            <a:spLocks noGrp="1"/>
          </p:cNvSpPr>
          <p:nvPr>
            <p:ph type="title"/>
          </p:nvPr>
        </p:nvSpPr>
        <p:spPr bwMode="auto"/>
        <p:txBody>
          <a:bodyPr/>
          <a:lstStyle/>
          <a:p>
            <a:pPr>
              <a:defRPr/>
            </a:pPr>
            <a:r>
              <a:rPr lang="fr-FR" sz="4400" b="0" i="0" u="none" strike="noStrike" cap="none" spc="0">
                <a:solidFill>
                  <a:schemeClr val="tx1"/>
                </a:solidFill>
                <a:latin typeface="+mj-lt"/>
                <a:ea typeface="+mj-ea"/>
                <a:cs typeface="+mj-cs"/>
              </a:rPr>
              <a:t>7. Extraction de features avancées pour un modèle plus général</a:t>
            </a:r>
            <a:endParaRPr/>
          </a:p>
        </p:txBody>
      </p:sp>
      <p:sp>
        <p:nvSpPr>
          <p:cNvPr id="1784299359" name="Content Placeholder 2"/>
          <p:cNvSpPr>
            <a:spLocks noGrp="1"/>
          </p:cNvSpPr>
          <p:nvPr>
            <p:ph idx="1"/>
          </p:nvPr>
        </p:nvSpPr>
        <p:spPr bwMode="auto"/>
        <p:txBody>
          <a:bodyPr/>
          <a:lstStyle/>
          <a:p>
            <a:pPr>
              <a:defRPr/>
            </a:pPr>
            <a:endParaRPr/>
          </a:p>
        </p:txBody>
      </p:sp>
      <p:pic>
        <p:nvPicPr>
          <p:cNvPr id="1743832064" name=""/>
          <p:cNvPicPr>
            <a:picLocks noChangeAspect="1"/>
          </p:cNvPicPr>
          <p:nvPr/>
        </p:nvPicPr>
        <p:blipFill rotWithShape="1">
          <a:blip r:embed="rId3"/>
          <a:stretch/>
        </p:blipFill>
        <p:spPr bwMode="auto">
          <a:xfrm>
            <a:off x="838198" y="1825624"/>
            <a:ext cx="8801100" cy="39052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139010" name="Title 1"/>
          <p:cNvSpPr>
            <a:spLocks noGrp="1"/>
          </p:cNvSpPr>
          <p:nvPr>
            <p:ph type="title"/>
          </p:nvPr>
        </p:nvSpPr>
        <p:spPr bwMode="auto"/>
        <p:txBody>
          <a:bodyPr/>
          <a:lstStyle/>
          <a:p>
            <a:pPr>
              <a:defRPr/>
            </a:pPr>
            <a:r>
              <a:rPr lang="fr-FR"/>
              <a:t>8. </a:t>
            </a:r>
            <a:r>
              <a:rPr lang="fr-FR" sz="4400" b="0" i="0" u="none" strike="noStrike" cap="none" spc="0">
                <a:solidFill>
                  <a:schemeClr val="tx1"/>
                </a:solidFill>
                <a:latin typeface="+mj-lt"/>
                <a:ea typeface="+mj-ea"/>
                <a:cs typeface="+mj-cs"/>
              </a:rPr>
              <a:t>Application de SVM sur les features avancées</a:t>
            </a:r>
            <a:endParaRPr/>
          </a:p>
        </p:txBody>
      </p:sp>
      <p:sp>
        <p:nvSpPr>
          <p:cNvPr id="1413794988" name="Content Placeholder 2"/>
          <p:cNvSpPr>
            <a:spLocks noGrp="1"/>
          </p:cNvSpPr>
          <p:nvPr>
            <p:ph idx="1"/>
          </p:nvPr>
        </p:nvSpPr>
        <p:spPr bwMode="auto"/>
        <p:txBody>
          <a:bodyPr/>
          <a:lstStyle/>
          <a:p>
            <a:pPr>
              <a:defRPr/>
            </a:pPr>
            <a:endParaRPr/>
          </a:p>
        </p:txBody>
      </p:sp>
      <p:pic>
        <p:nvPicPr>
          <p:cNvPr id="1637411276" name=""/>
          <p:cNvPicPr>
            <a:picLocks noChangeAspect="1"/>
          </p:cNvPicPr>
          <p:nvPr/>
        </p:nvPicPr>
        <p:blipFill rotWithShape="1">
          <a:blip r:embed="rId3"/>
          <a:stretch/>
        </p:blipFill>
        <p:spPr bwMode="auto">
          <a:xfrm flipH="0" flipV="0">
            <a:off x="838198" y="1825624"/>
            <a:ext cx="8127959" cy="359269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13523922"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upright="0" compatLnSpc="0">
            <a:normAutofit/>
          </a:bodyPr>
          <a:lstStyle/>
          <a:p>
            <a:pPr>
              <a:defRPr/>
            </a:pPr>
            <a:r>
              <a:rPr lang="fr-FR" sz="2800" b="0" i="0" u="none" strike="noStrike" cap="none" spc="0">
                <a:solidFill>
                  <a:schemeClr val="tx1"/>
                </a:solidFill>
                <a:latin typeface="+mj-lt"/>
                <a:ea typeface="+mj-ea"/>
                <a:cs typeface="+mj-cs"/>
              </a:rPr>
              <a:t>Visualisation du résultat </a:t>
            </a:r>
            <a:r>
              <a:rPr lang="fr-FR" sz="2800" b="0" i="0" u="none" strike="noStrike" cap="none" spc="0">
                <a:solidFill>
                  <a:schemeClr val="tx1"/>
                </a:solidFill>
                <a:latin typeface="+mj-lt"/>
                <a:ea typeface="+mj-ea"/>
                <a:cs typeface="+mj-cs"/>
              </a:rPr>
              <a:t>avec une matrice de confusion</a:t>
            </a:r>
            <a:endParaRPr sz="2800"/>
          </a:p>
        </p:txBody>
      </p:sp>
      <p:sp>
        <p:nvSpPr>
          <p:cNvPr id="1130264627" name="Content Placeholder 2"/>
          <p:cNvSpPr>
            <a:spLocks noGrp="1"/>
          </p:cNvSpPr>
          <p:nvPr>
            <p:ph idx="1"/>
          </p:nvPr>
        </p:nvSpPr>
        <p:spPr bwMode="auto"/>
        <p:txBody>
          <a:bodyPr/>
          <a:lstStyle/>
          <a:p>
            <a:pPr>
              <a:defRPr/>
            </a:pPr>
            <a:endParaRPr/>
          </a:p>
        </p:txBody>
      </p:sp>
      <p:pic>
        <p:nvPicPr>
          <p:cNvPr id="2131568703" name=""/>
          <p:cNvPicPr>
            <a:picLocks noChangeAspect="1"/>
          </p:cNvPicPr>
          <p:nvPr/>
        </p:nvPicPr>
        <p:blipFill rotWithShape="1">
          <a:blip r:embed="rId3"/>
          <a:stretch/>
        </p:blipFill>
        <p:spPr bwMode="auto">
          <a:xfrm flipH="0" flipV="0">
            <a:off x="838198" y="1825624"/>
            <a:ext cx="5257800" cy="445855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9279819" name="Title 1"/>
          <p:cNvSpPr>
            <a:spLocks noGrp="1"/>
          </p:cNvSpPr>
          <p:nvPr>
            <p:ph type="title"/>
          </p:nvPr>
        </p:nvSpPr>
        <p:spPr bwMode="auto"/>
        <p:txBody>
          <a:bodyPr/>
          <a:lstStyle/>
          <a:p>
            <a:pPr>
              <a:defRPr/>
            </a:pPr>
            <a:r>
              <a:rPr lang="fr-FR"/>
              <a:t>Conclusion</a:t>
            </a:r>
            <a:endParaRPr/>
          </a:p>
        </p:txBody>
      </p:sp>
      <p:sp>
        <p:nvSpPr>
          <p:cNvPr id="1647510748" name="Content Placeholder 2"/>
          <p:cNvSpPr>
            <a:spLocks noGrp="1"/>
          </p:cNvSpPr>
          <p:nvPr>
            <p:ph idx="1"/>
          </p:nvPr>
        </p:nvSpPr>
        <p:spPr bwMode="auto"/>
        <p:txBody>
          <a:bodyPr/>
          <a:lstStyle/>
          <a:p>
            <a:pPr>
              <a:defRPr/>
            </a:pPr>
            <a:r>
              <a:rPr lang="en-US" sz="2800" b="0" i="0" u="none" strike="noStrike" cap="none" spc="0">
                <a:solidFill>
                  <a:schemeClr val="tx1"/>
                </a:solidFill>
                <a:latin typeface="Arial"/>
                <a:ea typeface="Arial"/>
                <a:cs typeface="Arial"/>
              </a:rPr>
              <a:t>Ce projet a montré l’importance de l’extraction de features pertinentes pour la classification des battements ECG. Les features simples ont permis une première estimation, mais leur capacité à distinguer les classes détaillées était limitée. L’ajout de features avancées</a:t>
            </a:r>
            <a:r>
              <a:rPr lang="fr-FR" sz="2800" b="0" i="0" u="none" strike="noStrike" cap="none" spc="0">
                <a:solidFill>
                  <a:schemeClr val="tx1"/>
                </a:solidFill>
                <a:latin typeface="Arial"/>
                <a:ea typeface="Arial"/>
                <a:cs typeface="Arial"/>
              </a:rPr>
              <a:t> </a:t>
            </a:r>
            <a:r>
              <a:rPr lang="en-US" sz="2800" b="0" i="0" u="none" strike="noStrike" cap="none" spc="0">
                <a:solidFill>
                  <a:schemeClr val="tx1"/>
                </a:solidFill>
                <a:latin typeface="Arial"/>
                <a:ea typeface="Arial"/>
                <a:cs typeface="Arial"/>
              </a:rPr>
              <a:t>a enrichi la représentation des battements</a:t>
            </a:r>
            <a:r>
              <a:rPr lang="fr-FR" sz="2800" b="0" i="0" u="none" strike="noStrike" cap="none" spc="0">
                <a:solidFill>
                  <a:schemeClr val="tx1"/>
                </a:solidFill>
                <a:latin typeface="Arial"/>
                <a:ea typeface="Arial"/>
                <a:cs typeface="Arial"/>
              </a:rPr>
              <a:t> et</a:t>
            </a:r>
            <a:r>
              <a:rPr lang="en-US" sz="2800" b="0" i="0" u="none" strike="noStrike" cap="none" spc="0">
                <a:solidFill>
                  <a:schemeClr val="tx1"/>
                </a:solidFill>
                <a:latin typeface="Arial"/>
                <a:ea typeface="Arial"/>
                <a:cs typeface="Arial"/>
              </a:rPr>
              <a:t> a permis au SVM de mieux apprendre sur les classes rares</a:t>
            </a:r>
            <a:r>
              <a:rPr lang="fr-F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ONLYOFFICE/9.2.1.43</Application>
  <PresentationFormat>On-screen Show (4:3)</PresentationFormat>
  <Paragraphs>0</Paragraphs>
  <Slides>22</Slides>
  <Notes>22</Notes>
  <HiddenSlides>0</HiddenSlides>
  <MMClips>2</MMClips>
  <ScaleCrop>0</ScaleCrop>
  <HeadingPairs>
    <vt:vector size="4" baseType="variant">
      <vt:variant>
        <vt:lpstr>Theme</vt:lpstr>
      </vt:variant>
      <vt:variant>
        <vt:i4>1</vt:i4>
      </vt:variant>
      <vt:variant>
        <vt:lpstr>Slide Titles</vt:lpstr>
      </vt:variant>
      <vt:variant>
        <vt:i4>22</vt:i4>
      </vt:variant>
    </vt:vector>
  </HeadingPairs>
  <TitlesOfParts>
    <vt:vector size="2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cp:revision>
  <dcterms:modified xsi:type="dcterms:W3CDTF">2026-02-10T14:44:05Z</dcterms:modified>
</cp:coreProperties>
</file>